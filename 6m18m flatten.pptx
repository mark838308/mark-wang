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09" r:id="rId7"/>
    <p:sldMasterId id="2147483722" r:id="rId8"/>
    <p:sldMasterId id="2147483723" r:id="rId9"/>
    <p:sldMasterId id="2147483724" r:id="rId10"/>
    <p:sldMasterId id="2147483725" r:id="rId11"/>
  </p:sldMasterIdLst>
  <p:notesMasterIdLst>
    <p:notesMasterId r:id="rId14"/>
  </p:notesMasterIdLst>
  <p:handoutMasterIdLst>
    <p:handoutMasterId r:id="rId15"/>
  </p:handoutMasterIdLst>
  <p:sldIdLst>
    <p:sldId id="3949" r:id="rId12"/>
    <p:sldId id="3951" r:id="rId13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49"/>
            <p14:sldId id="3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pos="2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1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2" autoAdjust="0"/>
    <p:restoredTop sz="96000" autoAdjust="0"/>
  </p:normalViewPr>
  <p:slideViewPr>
    <p:cSldViewPr>
      <p:cViewPr>
        <p:scale>
          <a:sx n="125" d="100"/>
          <a:sy n="125" d="100"/>
        </p:scale>
        <p:origin x="600" y="-456"/>
      </p:cViewPr>
      <p:guideLst>
        <p:guide orient="horz" pos="2146"/>
        <p:guide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05"/>
        <p:guide pos="21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  <a:t>‹#›</a:t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  <a:t>‹#›</a:t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  <a:t>‹#›</a:t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USD SOFR IRS pay 6mth, rec 18mth</a:t>
            </a:r>
            <a:endParaRPr lang="zh-TW" altLang="en-US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194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18801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央行貨幣政策轉偏寬鬆</a:t>
            </a:r>
            <a:r>
              <a:rPr kumimoji="0"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台債籌碼面優勢，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預估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2025Q4-2026Q1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錢多券少</a:t>
            </a: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147" y="908050"/>
            <a:ext cx="8811706" cy="316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endParaRPr lang="en-US" altLang="zh-TW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錢多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Q3</a:t>
            </a:r>
            <a:r>
              <a:rPr lang="zh-TW" altLang="en-US" sz="1600" dirty="0">
                <a:latin typeface="+mj-ea"/>
                <a:ea typeface="+mj-ea"/>
              </a:rPr>
              <a:t>央行理監事會議：貨幣政策基調是“適度的讓資金充裕”</a:t>
            </a: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zh-TW" altLang="en-US" sz="1600" dirty="0">
                <a:latin typeface="+mj-ea"/>
                <a:ea typeface="+mj-ea"/>
              </a:rPr>
              <a:t>      透過公開市場操作，減發定存單釋出資金</a:t>
            </a:r>
            <a:endParaRPr lang="en-US" altLang="zh-TW" sz="16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券少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6mth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3.61%</a:t>
            </a: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1.5yr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3.35%</a:t>
            </a: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22D67C8-B625-4C24-B7C0-25DA8301D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2975"/>
            <a:ext cx="9144000" cy="364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3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預計未來半年錢多券少，台債操作上增持</a:t>
            </a:r>
            <a:r>
              <a:rPr lang="en-US" altLang="zh-TW" sz="2500" dirty="0"/>
              <a:t>20~30Y</a:t>
            </a:r>
            <a:r>
              <a:rPr lang="zh-TW" altLang="en-US" sz="2500" dirty="0"/>
              <a:t>長券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194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147" y="1197422"/>
            <a:ext cx="8811706" cy="12234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根據內外部環境，預估台灣央行無升息風險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美國開啟新一輪降息：市場預期至</a:t>
            </a:r>
            <a:r>
              <a:rPr lang="en-US" altLang="zh-TW" sz="1600" dirty="0">
                <a:latin typeface="+mj-ea"/>
                <a:ea typeface="+mj-ea"/>
              </a:rPr>
              <a:t>2026</a:t>
            </a:r>
            <a:r>
              <a:rPr lang="zh-TW" altLang="en-US" sz="1600" dirty="0">
                <a:latin typeface="+mj-ea"/>
                <a:ea typeface="+mj-ea"/>
              </a:rPr>
              <a:t>年底再降</a:t>
            </a:r>
            <a:r>
              <a:rPr lang="en-US" altLang="zh-TW" sz="1600" dirty="0">
                <a:latin typeface="+mj-ea"/>
                <a:ea typeface="+mj-ea"/>
              </a:rPr>
              <a:t>4~5</a:t>
            </a:r>
            <a:r>
              <a:rPr lang="zh-TW" altLang="en-US" sz="1600" dirty="0">
                <a:latin typeface="+mj-ea"/>
                <a:ea typeface="+mj-ea"/>
              </a:rPr>
              <a:t>碼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11/11</a:t>
            </a:r>
            <a:r>
              <a:rPr lang="zh-TW" altLang="en-US" sz="1600" dirty="0">
                <a:latin typeface="+mj-ea"/>
                <a:ea typeface="+mj-ea"/>
              </a:rPr>
              <a:t> </a:t>
            </a:r>
            <a:r>
              <a:rPr lang="en-US" altLang="zh-TW" sz="1600" dirty="0">
                <a:latin typeface="+mj-ea"/>
                <a:ea typeface="+mj-ea"/>
              </a:rPr>
              <a:t>30</a:t>
            </a:r>
            <a:r>
              <a:rPr lang="zh-TW" altLang="en-US" sz="1600" dirty="0">
                <a:latin typeface="+mj-ea"/>
                <a:ea typeface="+mj-ea"/>
              </a:rPr>
              <a:t>年券標售前後增持</a:t>
            </a:r>
            <a:r>
              <a:rPr lang="en-US" altLang="zh-TW" sz="1600" dirty="0">
                <a:latin typeface="+mj-ea"/>
                <a:ea typeface="+mj-ea"/>
              </a:rPr>
              <a:t>20~30Y</a:t>
            </a:r>
            <a:r>
              <a:rPr lang="zh-TW" altLang="en-US" sz="1600" dirty="0">
                <a:latin typeface="+mj-ea"/>
                <a:ea typeface="+mj-ea"/>
              </a:rPr>
              <a:t>長券</a:t>
            </a:r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24264CFB-E36F-405E-BB26-28DFD460B736}"/>
              </a:ext>
            </a:extLst>
          </p:cNvPr>
          <p:cNvSpPr>
            <a:spLocks noGrp="1"/>
          </p:cNvSpPr>
          <p:nvPr/>
        </p:nvSpPr>
        <p:spPr>
          <a:xfrm>
            <a:off x="243141" y="2564234"/>
            <a:ext cx="8811706" cy="12234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endParaRPr lang="en-US" altLang="zh-TW" sz="20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4CE7F15-53F7-46D6-B097-10BF64E311E9}"/>
              </a:ext>
            </a:extLst>
          </p:cNvPr>
          <p:cNvGrpSpPr/>
          <p:nvPr/>
        </p:nvGrpSpPr>
        <p:grpSpPr>
          <a:xfrm>
            <a:off x="755576" y="2492896"/>
            <a:ext cx="6991350" cy="3657947"/>
            <a:chOff x="818059" y="2420888"/>
            <a:chExt cx="6991350" cy="365794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FCBBC56-E04A-4E20-8C5A-0CBA30E33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84" y="2420888"/>
              <a:ext cx="6981825" cy="3095625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6524831-5133-4CA7-9DDC-3A28D720F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059" y="5507335"/>
              <a:ext cx="6991350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2179200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130</Words>
  <Application>Microsoft Office PowerPoint</Application>
  <PresentationFormat>如螢幕大小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11</vt:i4>
      </vt:variant>
      <vt:variant>
        <vt:lpstr>投影片標題</vt:lpstr>
      </vt:variant>
      <vt:variant>
        <vt:i4>2</vt:i4>
      </vt:variant>
    </vt:vector>
  </HeadingPairs>
  <TitlesOfParts>
    <vt:vector size="18" baseType="lpstr">
      <vt:lpstr>微軟正黑體</vt:lpstr>
      <vt:lpstr>標楷體</vt:lpstr>
      <vt:lpstr>Arial</vt:lpstr>
      <vt:lpstr>Calibri</vt:lpstr>
      <vt:lpstr>Wingdings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交易策略：USD SOFR IRS pay 6mth, rec 18mth</vt:lpstr>
      <vt:lpstr>預計未來半年錢多券少，台債操作上增持20~30Y長券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王信閎</cp:lastModifiedBy>
  <cp:revision>6101</cp:revision>
  <cp:lastPrinted>2025-07-21T05:27:00Z</cp:lastPrinted>
  <dcterms:created xsi:type="dcterms:W3CDTF">2004-04-09T03:27:00Z</dcterms:created>
  <dcterms:modified xsi:type="dcterms:W3CDTF">2025-12-19T06:57:11Z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