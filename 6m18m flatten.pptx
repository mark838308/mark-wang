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theme/theme4.xml" ContentType="application/vnd.openxmlformats-officedocument.theme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  <p:sldMasterId id="2147483660" r:id="rId2"/>
    <p:sldMasterId id="2147483672" r:id="rId3"/>
    <p:sldMasterId id="2147483684" r:id="rId4"/>
    <p:sldMasterId id="2147483696" r:id="rId5"/>
    <p:sldMasterId id="2147483708" r:id="rId6"/>
    <p:sldMasterId id="2147483709" r:id="rId7"/>
    <p:sldMasterId id="2147483722" r:id="rId8"/>
    <p:sldMasterId id="2147483723" r:id="rId9"/>
    <p:sldMasterId id="2147483724" r:id="rId10"/>
    <p:sldMasterId id="2147483725" r:id="rId11"/>
  </p:sldMasterIdLst>
  <p:notesMasterIdLst>
    <p:notesMasterId r:id="rId15"/>
  </p:notesMasterIdLst>
  <p:handoutMasterIdLst>
    <p:handoutMasterId r:id="rId16"/>
  </p:handoutMasterIdLst>
  <p:sldIdLst>
    <p:sldId id="3949" r:id="rId12"/>
    <p:sldId id="3951" r:id="rId13"/>
    <p:sldId id="3952" r:id="rId14"/>
  </p:sldIdLst>
  <p:sldSz cx="9144000" cy="6858000" type="screen4x3"/>
  <p:notesSz cx="6797675" cy="9926638"/>
  <p:defaultTextStyle>
    <a:defPPr>
      <a:defRPr lang="zh-TW"/>
    </a:defPPr>
    <a:lvl1pPr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1pPr>
    <a:lvl2pPr marL="4572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2pPr>
    <a:lvl3pPr marL="9144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5pPr>
    <a:lvl6pPr marL="22860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6pPr>
    <a:lvl7pPr marL="27432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7pPr>
    <a:lvl8pPr marL="32004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8pPr>
    <a:lvl9pPr marL="36576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42AA3BAE-0B5A-4CF3-9EE5-B8ACC2ADE216}">
          <p14:sldIdLst>
            <p14:sldId id="3949"/>
            <p14:sldId id="3951"/>
            <p14:sldId id="395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46">
          <p15:clr>
            <a:srgbClr val="A4A3A4"/>
          </p15:clr>
        </p15:guide>
        <p15:guide id="2" pos="2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05">
          <p15:clr>
            <a:srgbClr val="A4A3A4"/>
          </p15:clr>
        </p15:guide>
        <p15:guide id="2" pos="211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陳柏龍" initials="陳柏龍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showAnimation="0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111111"/>
    <a:srgbClr val="CC00CC"/>
    <a:srgbClr val="0000FF"/>
    <a:srgbClr val="FF3300"/>
    <a:srgbClr val="00FF00"/>
    <a:srgbClr val="3333FF"/>
    <a:srgbClr val="800000"/>
    <a:srgbClr val="4D4D4D"/>
    <a:srgbClr val="4747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352" autoAdjust="0"/>
    <p:restoredTop sz="96000" autoAdjust="0"/>
  </p:normalViewPr>
  <p:slideViewPr>
    <p:cSldViewPr>
      <p:cViewPr varScale="1">
        <p:scale>
          <a:sx n="109" d="100"/>
          <a:sy n="109" d="100"/>
        </p:scale>
        <p:origin x="1080" y="96"/>
      </p:cViewPr>
      <p:guideLst>
        <p:guide orient="horz" pos="2146"/>
        <p:guide pos="2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74" d="100"/>
          <a:sy n="74" d="100"/>
        </p:scale>
        <p:origin x="-67" y="-158"/>
      </p:cViewPr>
      <p:guideLst>
        <p:guide orient="horz" pos="3105"/>
        <p:guide pos="211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8.xml"/><Relationship Id="rId13" Type="http://schemas.openxmlformats.org/officeDocument/2006/relationships/slide" Target="slides/slide2.xml"/><Relationship Id="rId18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21" Type="http://schemas.openxmlformats.org/officeDocument/2006/relationships/tableStyles" Target="tableStyles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1.xml"/><Relationship Id="rId17" Type="http://schemas.openxmlformats.org/officeDocument/2006/relationships/commentAuthors" Target="commentAuthors.xml"/><Relationship Id="rId2" Type="http://schemas.openxmlformats.org/officeDocument/2006/relationships/slideMaster" Target="slideMasters/slideMaster2.xml"/><Relationship Id="rId16" Type="http://schemas.openxmlformats.org/officeDocument/2006/relationships/handoutMaster" Target="handoutMasters/handout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Master" Target="slideMasters/slideMaster11.xml"/><Relationship Id="rId5" Type="http://schemas.openxmlformats.org/officeDocument/2006/relationships/slideMaster" Target="slideMasters/slideMaster5.xml"/><Relationship Id="rId15" Type="http://schemas.openxmlformats.org/officeDocument/2006/relationships/notesMaster" Target="notesMasters/notesMaster1.xml"/><Relationship Id="rId10" Type="http://schemas.openxmlformats.org/officeDocument/2006/relationships/slideMaster" Target="slideMasters/slideMaster10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1"/>
            <a:ext cx="2945976" cy="495001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431" tIns="46215" rIns="92431" bIns="46215" numCol="1" anchor="t" anchorCtr="0" compatLnSpc="1"/>
          <a:lstStyle>
            <a:lvl1pPr defTabSz="923290">
              <a:defRPr sz="1300">
                <a:ea typeface="新細明體" panose="02020500000000000000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710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51700" y="1"/>
            <a:ext cx="2945976" cy="495001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431" tIns="46215" rIns="92431" bIns="46215" numCol="1" anchor="t" anchorCtr="0" compatLnSpc="1"/>
          <a:lstStyle>
            <a:lvl1pPr algn="r" defTabSz="923290">
              <a:defRPr sz="1300">
                <a:ea typeface="新細明體" panose="02020500000000000000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710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31640"/>
            <a:ext cx="2945976" cy="494999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431" tIns="46215" rIns="92431" bIns="46215" numCol="1" anchor="b" anchorCtr="0" compatLnSpc="1"/>
          <a:lstStyle>
            <a:lvl1pPr defTabSz="923290">
              <a:defRPr sz="1300">
                <a:ea typeface="新細明體" panose="02020500000000000000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710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51700" y="9431640"/>
            <a:ext cx="2945976" cy="494999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431" tIns="46215" rIns="92431" bIns="46215" numCol="1" anchor="b" anchorCtr="0" compatLnSpc="1"/>
          <a:lstStyle>
            <a:lvl1pPr algn="r" defTabSz="923290">
              <a:defRPr sz="1300">
                <a:ea typeface="新細明體" panose="02020500000000000000" charset="-120"/>
              </a:defRPr>
            </a:lvl1pPr>
          </a:lstStyle>
          <a:p>
            <a:pPr>
              <a:defRPr/>
            </a:pPr>
            <a:fld id="{EA90D26C-E35A-450B-90C7-84C2B9602168}" type="slidenum">
              <a:rPr lang="en-US" altLang="zh-TW"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1"/>
            <a:ext cx="2945976" cy="495001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431" tIns="46215" rIns="92431" bIns="46215" numCol="1" anchor="t" anchorCtr="0" compatLnSpc="1"/>
          <a:lstStyle>
            <a:lvl1pPr defTabSz="923290">
              <a:defRPr sz="1300">
                <a:ea typeface="新細明體" panose="02020500000000000000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0645" y="1"/>
            <a:ext cx="2945976" cy="495001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431" tIns="46215" rIns="92431" bIns="46215" numCol="1" anchor="t" anchorCtr="0" compatLnSpc="1"/>
          <a:lstStyle>
            <a:lvl1pPr algn="r" defTabSz="923290">
              <a:defRPr sz="1300">
                <a:ea typeface="新細明體" panose="02020500000000000000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331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19163" y="746125"/>
            <a:ext cx="4959350" cy="37211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0084" y="4714708"/>
            <a:ext cx="5437507" cy="44661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431" tIns="46215" rIns="92431" bIns="46215" numCol="1" anchor="t" anchorCtr="0" compatLnSpc="1"/>
          <a:lstStyle/>
          <a:p>
            <a:pPr lvl="0"/>
            <a:r>
              <a:rPr lang="zh-TW" altLang="en-US" noProof="0"/>
              <a:t>按一下以編輯母片</a:t>
            </a:r>
          </a:p>
          <a:p>
            <a:pPr lvl="1"/>
            <a:r>
              <a:rPr lang="zh-TW" altLang="en-US" noProof="0"/>
              <a:t>第二層</a:t>
            </a:r>
          </a:p>
          <a:p>
            <a:pPr lvl="2"/>
            <a:r>
              <a:rPr lang="zh-TW" altLang="en-US" noProof="0"/>
              <a:t>第三層</a:t>
            </a:r>
          </a:p>
          <a:p>
            <a:pPr lvl="3"/>
            <a:r>
              <a:rPr lang="zh-TW" altLang="en-US" noProof="0"/>
              <a:t>第四層</a:t>
            </a:r>
          </a:p>
          <a:p>
            <a:pPr lvl="4"/>
            <a:r>
              <a:rPr lang="zh-TW" altLang="en-US" noProof="0"/>
              <a:t>第五層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27200"/>
            <a:ext cx="2945976" cy="497221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431" tIns="46215" rIns="92431" bIns="46215" numCol="1" anchor="b" anchorCtr="0" compatLnSpc="1"/>
          <a:lstStyle>
            <a:lvl1pPr defTabSz="923290">
              <a:defRPr sz="1300">
                <a:ea typeface="新細明體" panose="02020500000000000000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0645" y="9427200"/>
            <a:ext cx="2945976" cy="497221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431" tIns="46215" rIns="92431" bIns="46215" numCol="1" anchor="b" anchorCtr="0" compatLnSpc="1"/>
          <a:lstStyle>
            <a:lvl1pPr algn="r" defTabSz="923290">
              <a:defRPr sz="1300">
                <a:ea typeface="新細明體" panose="02020500000000000000" charset="-120"/>
              </a:defRPr>
            </a:lvl1pPr>
          </a:lstStyle>
          <a:p>
            <a:pPr>
              <a:defRPr/>
            </a:pPr>
            <a:fld id="{360372AD-F29F-4D0F-B513-7219CBDC5F6C}" type="slidenum">
              <a:rPr lang="en-US" altLang="zh-TW"/>
              <a:t>‹#›</a:t>
            </a:fld>
            <a:endParaRPr lang="en-US" alt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5A91DC3-1E7A-4B25-8F56-B5B9998B32DD}" type="slidenum">
              <a:rPr lang="zh-TW" altLang="en-US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3824797-BBCB-46D5-B74F-32D725404A6B}" type="slidenum">
              <a:rPr lang="zh-TW" altLang="en-US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13CE306-2D5A-4AB4-AC5D-5D21E1944430}" type="slidenum">
              <a:rPr lang="zh-TW" altLang="en-US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11188" y="1196975"/>
            <a:ext cx="3960812" cy="4929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724400" y="1196975"/>
            <a:ext cx="3962400" cy="4929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49D7BD4-4153-4232-9FDF-0A95D9B5C8DE}" type="slidenum">
              <a:rPr lang="zh-TW" altLang="en-US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6BE1F83-3BEF-49AC-ABC8-8C6E80176E9C}" type="slidenum">
              <a:rPr lang="zh-TW" altLang="en-US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D852E88-0254-4B19-81B3-E8664451FBCF}" type="slidenum">
              <a:rPr lang="zh-TW" altLang="en-US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71697D7-8013-4975-95E3-48F7F3F7499B}" type="slidenum">
              <a:rPr lang="zh-TW" altLang="en-US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EA8A6C-E419-4A2D-A59F-0183255F70EA}" type="slidenum">
              <a:rPr lang="zh-TW" altLang="en-US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A8F0E97-51B7-4FFA-9BFC-ED098C10D8ED}" type="slidenum">
              <a:rPr lang="zh-TW" altLang="en-US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DC0AC26-B1DC-4AE7-A939-642DE9D4B085}" type="slidenum">
              <a:rPr lang="zh-TW" altLang="en-US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69088" y="274638"/>
            <a:ext cx="2017712" cy="585152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11188" y="274638"/>
            <a:ext cx="5905500" cy="585152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BBDB87F-1281-41B6-A636-95C78B523A08}" type="slidenum">
              <a:rPr lang="zh-TW" altLang="en-US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795C5F3-99EF-4E92-8313-B7FF534E2851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779C1600-8D42-4597-8CA4-003D095EE285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88B98E4D-4090-4CC7-9045-046950355E56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11188" y="1196975"/>
            <a:ext cx="3960812" cy="4929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724400" y="1196975"/>
            <a:ext cx="3962400" cy="4929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585D5151-29A4-4CB4-A045-9F637401C9A8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 dirty="0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6E6E22A7-EF76-4CC0-B8E4-4EB561235ED1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BADBB88C-6F0D-489F-9196-70DAAEBD32E3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CA33A2C2-189D-4B97-A621-9D17102788CA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58DDDBE6-A36A-4B7F-BE7F-AF040721802B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EC80421-F154-4EB7-BAB9-B8AC9CBEFC83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  <p:sp>
        <p:nvSpPr>
          <p:cNvPr id="6" name="標題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73B3FE45-7674-409D-812E-F0930564FA98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69088" y="274638"/>
            <a:ext cx="2017712" cy="585152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11188" y="274638"/>
            <a:ext cx="5905500" cy="585152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1F0156B-8B8C-4EE1-A506-9984D200E04F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5A91DC3-1E7A-4B25-8F56-B5B9998B32DD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3824797-BBCB-46D5-B74F-32D725404A6B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13CE306-2D5A-4AB4-AC5D-5D21E1944430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11188" y="1196975"/>
            <a:ext cx="3960812" cy="4929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724400" y="1196975"/>
            <a:ext cx="3962400" cy="4929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49D7BD4-4153-4232-9FDF-0A95D9B5C8DE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6BE1F83-3BEF-49AC-ABC8-8C6E80176E9C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D852E88-0254-4B19-81B3-E8664451FBCF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71697D7-8013-4975-95E3-48F7F3F7499B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EA8A6C-E419-4A2D-A59F-0183255F70EA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A8F0E97-51B7-4FFA-9BFC-ED098C10D8ED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DC0AC26-B1DC-4AE7-A939-642DE9D4B085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69088" y="274638"/>
            <a:ext cx="2017712" cy="585152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11188" y="274638"/>
            <a:ext cx="5905500" cy="585152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BBDB87F-1281-41B6-A636-95C78B523A08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43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39EB788-0AD9-4E98-A516-64653248E3DB}" type="slidenum">
              <a:rPr lang="en-US" altLang="zh-TW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1pPr>
            <a:lvl2pPr>
              <a:defRPr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2pPr>
            <a:lvl3pPr>
              <a:defRPr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3pPr>
            <a:lvl4pPr>
              <a:defRPr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4pPr>
            <a:lvl5pPr>
              <a:defRPr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5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4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992E49-B35D-4BA4-A4A1-D07A03DA5610}" type="slidenum">
              <a:rPr lang="en-US" altLang="zh-TW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18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F7D15B-E003-4EB9-A608-239C444D5E90}" type="slidenum">
              <a:rPr lang="en-US" altLang="zh-TW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11188" y="1196975"/>
            <a:ext cx="3960812" cy="4929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724400" y="1196975"/>
            <a:ext cx="3962400" cy="4929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6BC68BE-B4B0-4564-B8AC-726B6F10D4A3}" type="slidenum">
              <a:rPr lang="en-US" altLang="zh-TW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11560" y="274638"/>
            <a:ext cx="8075240" cy="63408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9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9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38717D7-C8B0-44C5-A62F-3567BF53D398}" type="slidenum">
              <a:rPr lang="en-US" altLang="zh-TW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1FA067D-AD37-4A18-A34B-F0E66789EA77}" type="slidenum">
              <a:rPr lang="en-US" altLang="zh-TW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DA0777A-41B7-4B1E-A08A-E8D847463375}" type="slidenum">
              <a:rPr lang="en-US" altLang="zh-TW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1" y="273068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3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F993CA9-BA81-47AA-823D-8B709A5D2C45}" type="slidenum">
              <a:rPr lang="en-US" altLang="zh-TW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26ADD22-6B71-41C3-A3B2-EF9911ADB281}" type="slidenum">
              <a:rPr lang="en-US" altLang="zh-TW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39F7AEA-34EA-4C76-9A47-D6871C043AB0}" type="slidenum">
              <a:rPr lang="en-US" altLang="zh-TW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69088" y="274656"/>
            <a:ext cx="2017712" cy="585152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11188" y="274656"/>
            <a:ext cx="5905500" cy="585152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30654D6-15C0-494A-B753-0640DB25B203}" type="slidenum">
              <a:rPr lang="en-US" altLang="zh-TW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/>
          </p:nvPr>
        </p:nvSpPr>
        <p:spPr>
          <a:xfrm>
            <a:off x="611188" y="274656"/>
            <a:ext cx="8075612" cy="58515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3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4502D48-BB1D-4132-8A0E-4D78DE52EF59}" type="slidenum">
              <a:rPr lang="en-US" altLang="zh-TW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1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6.xml"/><Relationship Id="rId7" Type="http://schemas.openxmlformats.org/officeDocument/2006/relationships/slideLayout" Target="../slideLayouts/slideLayout40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35.xml"/><Relationship Id="rId1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4.xml"/><Relationship Id="rId5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43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2.xml"/><Relationship Id="rId3" Type="http://schemas.openxmlformats.org/officeDocument/2006/relationships/slideLayout" Target="../slideLayouts/slideLayout47.xml"/><Relationship Id="rId7" Type="http://schemas.openxmlformats.org/officeDocument/2006/relationships/slideLayout" Target="../slideLayouts/slideLayout51.xml"/><Relationship Id="rId12" Type="http://schemas.openxmlformats.org/officeDocument/2006/relationships/theme" Target="../theme/theme5.xml"/><Relationship Id="rId2" Type="http://schemas.openxmlformats.org/officeDocument/2006/relationships/slideLayout" Target="../slideLayouts/slideLayout46.xml"/><Relationship Id="rId1" Type="http://schemas.openxmlformats.org/officeDocument/2006/relationships/slideLayout" Target="../slideLayouts/slideLayout45.xml"/><Relationship Id="rId6" Type="http://schemas.openxmlformats.org/officeDocument/2006/relationships/slideLayout" Target="../slideLayouts/slideLayout50.xml"/><Relationship Id="rId11" Type="http://schemas.openxmlformats.org/officeDocument/2006/relationships/slideLayout" Target="../slideLayouts/slideLayout55.xml"/><Relationship Id="rId5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54.xml"/><Relationship Id="rId4" Type="http://schemas.openxmlformats.org/officeDocument/2006/relationships/slideLayout" Target="../slideLayouts/slideLayout48.xml"/><Relationship Id="rId9" Type="http://schemas.openxmlformats.org/officeDocument/2006/relationships/slideLayout" Target="../slideLayouts/slideLayout53.xml"/></Relationships>
</file>

<file path=ppt/slideMasters/_rels/slideMaster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theme" Target="../theme/theme6.xml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3.xml"/><Relationship Id="rId13" Type="http://schemas.openxmlformats.org/officeDocument/2006/relationships/theme" Target="../theme/theme7.xml"/><Relationship Id="rId3" Type="http://schemas.openxmlformats.org/officeDocument/2006/relationships/slideLayout" Target="../slideLayouts/slideLayout58.xml"/><Relationship Id="rId7" Type="http://schemas.openxmlformats.org/officeDocument/2006/relationships/slideLayout" Target="../slideLayouts/slideLayout62.xml"/><Relationship Id="rId12" Type="http://schemas.openxmlformats.org/officeDocument/2006/relationships/slideLayout" Target="../slideLayouts/slideLayout67.xml"/><Relationship Id="rId2" Type="http://schemas.openxmlformats.org/officeDocument/2006/relationships/slideLayout" Target="../slideLayouts/slideLayout57.xml"/><Relationship Id="rId1" Type="http://schemas.openxmlformats.org/officeDocument/2006/relationships/slideLayout" Target="../slideLayouts/slideLayout56.xml"/><Relationship Id="rId6" Type="http://schemas.openxmlformats.org/officeDocument/2006/relationships/slideLayout" Target="../slideLayouts/slideLayout61.xml"/><Relationship Id="rId11" Type="http://schemas.openxmlformats.org/officeDocument/2006/relationships/slideLayout" Target="../slideLayouts/slideLayout66.xml"/><Relationship Id="rId5" Type="http://schemas.openxmlformats.org/officeDocument/2006/relationships/slideLayout" Target="../slideLayouts/slideLayout60.xml"/><Relationship Id="rId10" Type="http://schemas.openxmlformats.org/officeDocument/2006/relationships/slideLayout" Target="../slideLayouts/slideLayout65.xml"/><Relationship Id="rId4" Type="http://schemas.openxmlformats.org/officeDocument/2006/relationships/slideLayout" Target="../slideLayouts/slideLayout59.xml"/><Relationship Id="rId9" Type="http://schemas.openxmlformats.org/officeDocument/2006/relationships/slideLayout" Target="../slideLayouts/slideLayout64.xml"/><Relationship Id="rId14" Type="http://schemas.openxmlformats.org/officeDocument/2006/relationships/image" Target="../media/image1.png"/></Relationships>
</file>

<file path=ppt/slideMasters/_rels/slideMaster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theme" Target="../theme/theme8.xml"/></Relationships>
</file>

<file path=ppt/slideMasters/_rels/slideMaster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theme" Target="../theme/theme9.xml"/></Relationships>
</file>

<file path=ppt/slideMasters/_rels/slideMaster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theme" Target="../theme/theme10.xml"/></Relationships>
</file>

<file path=ppt/slideMasters/_rels/slideMaster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theme" Target="../theme/theme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0563" name="Rectangle 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675688" y="6642100"/>
            <a:ext cx="468312" cy="2159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37" tIns="45718" rIns="91437" bIns="45718" numCol="1" anchor="t" anchorCtr="0" compatLnSpc="1"/>
          <a:lstStyle>
            <a:lvl1pPr algn="r">
              <a:defRPr sz="1200">
                <a:ea typeface="新細明體" panose="02020500000000000000" charset="-120"/>
              </a:defRPr>
            </a:lvl1pPr>
          </a:lstStyle>
          <a:p>
            <a:pPr>
              <a:defRPr/>
            </a:pPr>
            <a:fld id="{3F21431A-0C06-4923-9B61-C55D1AEC9577}" type="slidenum">
              <a:rPr lang="zh-TW" altLang="en-US"/>
              <a:t>‹#›</a:t>
            </a:fld>
            <a:endParaRPr lang="en-US" altLang="zh-TW"/>
          </a:p>
        </p:txBody>
      </p:sp>
      <p:sp>
        <p:nvSpPr>
          <p:cNvPr id="1090564" name="Text Box 4"/>
          <p:cNvSpPr txBox="1">
            <a:spLocks noChangeArrowheads="1"/>
          </p:cNvSpPr>
          <p:nvPr/>
        </p:nvSpPr>
        <p:spPr bwMode="auto">
          <a:xfrm>
            <a:off x="468313" y="6453188"/>
            <a:ext cx="2303462" cy="244475"/>
          </a:xfrm>
          <a:prstGeom prst="rect">
            <a:avLst/>
          </a:prstGeom>
          <a:noFill/>
          <a:ln>
            <a:noFill/>
          </a:ln>
          <a:effectLst/>
        </p:spPr>
        <p:txBody>
          <a:bodyPr lIns="91437" tIns="45718" rIns="91437" bIns="45718"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zh-TW" altLang="en-US" sz="1000">
                <a:solidFill>
                  <a:schemeClr val="bg2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誠信  承諾  創新  合作</a:t>
            </a:r>
          </a:p>
        </p:txBody>
      </p:sp>
      <p:sp>
        <p:nvSpPr>
          <p:cNvPr id="1090565" name="Line 5"/>
          <p:cNvSpPr>
            <a:spLocks noChangeShapeType="1"/>
          </p:cNvSpPr>
          <p:nvPr/>
        </p:nvSpPr>
        <p:spPr bwMode="auto">
          <a:xfrm>
            <a:off x="611188" y="981075"/>
            <a:ext cx="80645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ffectLst/>
        </p:spPr>
        <p:txBody>
          <a:bodyPr/>
          <a:lstStyle/>
          <a:p>
            <a:pPr>
              <a:defRPr/>
            </a:pPr>
            <a:endParaRPr lang="zh-TW" altLang="en-US">
              <a:ea typeface="新細明體" panose="02020500000000000000" charset="-120"/>
            </a:endParaRPr>
          </a:p>
        </p:txBody>
      </p:sp>
      <p:sp>
        <p:nvSpPr>
          <p:cNvPr id="1090566" name="Line 6"/>
          <p:cNvSpPr>
            <a:spLocks noChangeShapeType="1"/>
          </p:cNvSpPr>
          <p:nvPr/>
        </p:nvSpPr>
        <p:spPr bwMode="auto">
          <a:xfrm>
            <a:off x="2051050" y="6597650"/>
            <a:ext cx="5834063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ffectLst/>
        </p:spPr>
        <p:txBody>
          <a:bodyPr/>
          <a:lstStyle/>
          <a:p>
            <a:pPr>
              <a:defRPr/>
            </a:pPr>
            <a:endParaRPr lang="zh-TW" altLang="en-US">
              <a:ea typeface="新細明體" panose="02020500000000000000" charset="-120"/>
            </a:endParaRPr>
          </a:p>
        </p:txBody>
      </p:sp>
      <p:pic>
        <p:nvPicPr>
          <p:cNvPr id="1030" name="Picture 7" descr="3"/>
          <p:cNvPicPr>
            <a:picLocks noChangeAspect="1" noChangeArrowheads="1"/>
          </p:cNvPicPr>
          <p:nvPr/>
        </p:nvPicPr>
        <p:blipFill>
          <a:blip r:embed="rId13"/>
          <a:srcRect/>
          <a:stretch>
            <a:fillRect/>
          </a:stretch>
        </p:blipFill>
        <p:spPr bwMode="auto">
          <a:xfrm>
            <a:off x="7956550" y="6308725"/>
            <a:ext cx="914400" cy="285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90568" name="Rectangle 8"/>
          <p:cNvSpPr>
            <a:spLocks noGrp="1" noChangeArrowheads="1"/>
          </p:cNvSpPr>
          <p:nvPr>
            <p:ph type="title"/>
          </p:nvPr>
        </p:nvSpPr>
        <p:spPr bwMode="auto">
          <a:xfrm>
            <a:off x="611188" y="274638"/>
            <a:ext cx="6697662" cy="633412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37" tIns="45718" rIns="91437" bIns="45718" numCol="1" anchor="ctr" anchorCtr="0" compatLnSpc="1"/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90569" name="Rectangle 9"/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8" y="1196975"/>
            <a:ext cx="8075612" cy="4929188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37" tIns="45718" rIns="91437" bIns="45718" numCol="1" anchor="t" anchorCtr="0" compatLnSpc="1"/>
          <a:lstStyle/>
          <a:p>
            <a:pPr lvl="0"/>
            <a:r>
              <a:rPr lang="zh-TW" altLang="en-US"/>
              <a:t>按一下以編輯母片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905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905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905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905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905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905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0905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0905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90568" grpId="0"/>
      <p:bldP spid="1090569" grpId="0" build="p">
        <p:tmplLst>
          <p:tmpl lvl="1">
            <p:tnLst>
              <p:par>
                <p:cTn presetID="2" presetClass="entr" presetSubtype="2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905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2">
            <p:tnLst>
              <p:par>
                <p:cTn presetID="2" presetClass="entr" presetSubtype="2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905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3">
            <p:tnLst>
              <p:par>
                <p:cTn presetID="2" presetClass="entr" presetSubtype="2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905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400" b="1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b="1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0563" name="Rectangle 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675688" y="6642100"/>
            <a:ext cx="468312" cy="215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37" tIns="45718" rIns="91437" bIns="45718" numCol="1" anchor="t" anchorCtr="0" compatLnSpc="1"/>
          <a:lstStyle>
            <a:lvl1pPr algn="r">
              <a:defRPr sz="1200"/>
            </a:lvl1pPr>
          </a:lstStyle>
          <a:p>
            <a:fld id="{32523EE1-814A-4436-A9F0-90FC08ED8A92}" type="slidenum">
              <a:rPr lang="zh-TW" altLang="en-US">
                <a:solidFill>
                  <a:srgbClr val="000000"/>
                </a:solidFill>
                <a:ea typeface="新細明體" panose="02020500000000000000" charset="-120"/>
              </a:rPr>
              <a:t>‹#›</a:t>
            </a:fld>
            <a:endParaRPr lang="en-US" altLang="zh-TW">
              <a:solidFill>
                <a:srgbClr val="000000"/>
              </a:solidFill>
              <a:ea typeface="新細明體" panose="02020500000000000000" charset="-120"/>
            </a:endParaRPr>
          </a:p>
        </p:txBody>
      </p:sp>
      <p:sp>
        <p:nvSpPr>
          <p:cNvPr id="1090564" name="Text Box 4"/>
          <p:cNvSpPr txBox="1">
            <a:spLocks noChangeArrowheads="1"/>
          </p:cNvSpPr>
          <p:nvPr/>
        </p:nvSpPr>
        <p:spPr bwMode="auto">
          <a:xfrm>
            <a:off x="468313" y="6453188"/>
            <a:ext cx="230346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1437" tIns="45718" rIns="91437" bIns="45718">
            <a:spAutoFit/>
          </a:bodyPr>
          <a:lstStyle/>
          <a:p>
            <a:pPr>
              <a:spcBef>
                <a:spcPct val="50000"/>
              </a:spcBef>
            </a:pPr>
            <a:r>
              <a:rPr lang="zh-TW" altLang="en-US" sz="1000">
                <a:solidFill>
                  <a:srgbClr val="80808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誠信  承諾  創新  合作</a:t>
            </a:r>
          </a:p>
        </p:txBody>
      </p:sp>
      <p:sp>
        <p:nvSpPr>
          <p:cNvPr id="1090565" name="Line 5"/>
          <p:cNvSpPr>
            <a:spLocks noChangeShapeType="1"/>
          </p:cNvSpPr>
          <p:nvPr/>
        </p:nvSpPr>
        <p:spPr bwMode="auto">
          <a:xfrm>
            <a:off x="611188" y="981075"/>
            <a:ext cx="80645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>
              <a:solidFill>
                <a:srgbClr val="000000"/>
              </a:solidFill>
              <a:ea typeface="新細明體" panose="02020500000000000000" charset="-120"/>
            </a:endParaRPr>
          </a:p>
        </p:txBody>
      </p:sp>
      <p:sp>
        <p:nvSpPr>
          <p:cNvPr id="1090566" name="Line 6"/>
          <p:cNvSpPr>
            <a:spLocks noChangeShapeType="1"/>
          </p:cNvSpPr>
          <p:nvPr/>
        </p:nvSpPr>
        <p:spPr bwMode="auto">
          <a:xfrm>
            <a:off x="2051050" y="6597650"/>
            <a:ext cx="5834063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>
              <a:solidFill>
                <a:srgbClr val="000000"/>
              </a:solidFill>
              <a:ea typeface="新細明體" panose="02020500000000000000" charset="-120"/>
            </a:endParaRPr>
          </a:p>
        </p:txBody>
      </p:sp>
      <p:pic>
        <p:nvPicPr>
          <p:cNvPr id="1090567" name="Picture 7" descr="3"/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6550" y="6308725"/>
            <a:ext cx="914400" cy="285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90568" name="Rectangle 8"/>
          <p:cNvSpPr>
            <a:spLocks noGrp="1" noChangeArrowheads="1"/>
          </p:cNvSpPr>
          <p:nvPr>
            <p:ph type="title"/>
          </p:nvPr>
        </p:nvSpPr>
        <p:spPr bwMode="auto">
          <a:xfrm>
            <a:off x="611188" y="274638"/>
            <a:ext cx="6697662" cy="6334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37" tIns="45718" rIns="91437" bIns="45718" numCol="1" anchor="ctr" anchorCtr="0" compatLnSpc="1"/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90569" name="Rectangle 9"/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8" y="1196975"/>
            <a:ext cx="8075612" cy="4929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37" tIns="45718" rIns="91437" bIns="45718" numCol="1" anchor="t" anchorCtr="0" compatLnSpc="1"/>
          <a:lstStyle/>
          <a:p>
            <a:pPr lvl="0"/>
            <a:r>
              <a:rPr lang="zh-TW" altLang="en-US"/>
              <a:t>按一下以編輯母片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905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905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905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905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905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905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0905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0905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90568" grpId="0"/>
      <p:bldP spid="1090569" grpId="0" build="p">
        <p:tmplLst>
          <p:tmpl lvl="1">
            <p:tnLst>
              <p:par>
                <p:cTn presetID="2" presetClass="entr" presetSubtype="2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905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2">
            <p:tnLst>
              <p:par>
                <p:cTn presetID="2" presetClass="entr" presetSubtype="2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905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3">
            <p:tnLst>
              <p:par>
                <p:cTn presetID="2" presetClass="entr" presetSubtype="2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905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  <p:hf hdr="0" ftr="0" dt="0"/>
  <p:txStyles>
    <p:titleStyle>
      <a:lvl1pPr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2pPr>
      <a:lvl3pPr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3pPr>
      <a:lvl4pPr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4pPr>
      <a:lvl5pPr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400" b="1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+mn-lt"/>
          <a:ea typeface="+mn-ea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b="1">
          <a:solidFill>
            <a:schemeClr val="tx1"/>
          </a:solidFill>
          <a:latin typeface="+mn-lt"/>
          <a:ea typeface="+mn-ea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8997FB-EFBE-4ED6-A43F-DDA1512FD57C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C0E97A-62D1-41C7-936F-199E295F9AB2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0563" name="Rectangle 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675688" y="6642100"/>
            <a:ext cx="468312" cy="2159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37" tIns="45718" rIns="91437" bIns="45718" numCol="1" anchor="t" anchorCtr="0" compatLnSpc="1"/>
          <a:lstStyle>
            <a:lvl1pPr algn="r">
              <a:defRPr sz="1200">
                <a:ea typeface="新細明體" panose="02020500000000000000" charset="-120"/>
              </a:defRPr>
            </a:lvl1pPr>
          </a:lstStyle>
          <a:p>
            <a:pPr>
              <a:defRPr/>
            </a:pPr>
            <a:fld id="{3F21431A-0C06-4923-9B61-C55D1AEC9577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  <p:sp>
        <p:nvSpPr>
          <p:cNvPr id="1090564" name="Text Box 4"/>
          <p:cNvSpPr txBox="1">
            <a:spLocks noChangeArrowheads="1"/>
          </p:cNvSpPr>
          <p:nvPr/>
        </p:nvSpPr>
        <p:spPr bwMode="auto">
          <a:xfrm>
            <a:off x="468313" y="6453188"/>
            <a:ext cx="2303462" cy="244475"/>
          </a:xfrm>
          <a:prstGeom prst="rect">
            <a:avLst/>
          </a:prstGeom>
          <a:noFill/>
          <a:ln>
            <a:noFill/>
          </a:ln>
          <a:effectLst/>
        </p:spPr>
        <p:txBody>
          <a:bodyPr lIns="91437" tIns="45718" rIns="91437" bIns="45718"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zh-TW" altLang="en-US" sz="1000">
                <a:solidFill>
                  <a:srgbClr val="80808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誠信  承諾  創新  合作</a:t>
            </a:r>
          </a:p>
        </p:txBody>
      </p:sp>
      <p:sp>
        <p:nvSpPr>
          <p:cNvPr id="1090565" name="Line 5"/>
          <p:cNvSpPr>
            <a:spLocks noChangeShapeType="1"/>
          </p:cNvSpPr>
          <p:nvPr/>
        </p:nvSpPr>
        <p:spPr bwMode="auto">
          <a:xfrm>
            <a:off x="611188" y="981075"/>
            <a:ext cx="80645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ffectLst/>
        </p:spPr>
        <p:txBody>
          <a:bodyPr/>
          <a:lstStyle/>
          <a:p>
            <a:pPr>
              <a:defRPr/>
            </a:pPr>
            <a:endParaRPr lang="zh-TW" altLang="en-US">
              <a:solidFill>
                <a:srgbClr val="000000"/>
              </a:solidFill>
              <a:ea typeface="新細明體" panose="02020500000000000000" charset="-120"/>
            </a:endParaRPr>
          </a:p>
        </p:txBody>
      </p:sp>
      <p:sp>
        <p:nvSpPr>
          <p:cNvPr id="1090566" name="Line 6"/>
          <p:cNvSpPr>
            <a:spLocks noChangeShapeType="1"/>
          </p:cNvSpPr>
          <p:nvPr/>
        </p:nvSpPr>
        <p:spPr bwMode="auto">
          <a:xfrm>
            <a:off x="2051050" y="6597650"/>
            <a:ext cx="5834063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ffectLst/>
        </p:spPr>
        <p:txBody>
          <a:bodyPr/>
          <a:lstStyle/>
          <a:p>
            <a:pPr>
              <a:defRPr/>
            </a:pPr>
            <a:endParaRPr lang="zh-TW" altLang="en-US">
              <a:solidFill>
                <a:srgbClr val="000000"/>
              </a:solidFill>
              <a:ea typeface="新細明體" panose="02020500000000000000" charset="-120"/>
            </a:endParaRPr>
          </a:p>
        </p:txBody>
      </p:sp>
      <p:pic>
        <p:nvPicPr>
          <p:cNvPr id="1030" name="Picture 7" descr="3"/>
          <p:cNvPicPr>
            <a:picLocks noChangeAspect="1" noChangeArrowheads="1"/>
          </p:cNvPicPr>
          <p:nvPr/>
        </p:nvPicPr>
        <p:blipFill>
          <a:blip r:embed="rId13"/>
          <a:srcRect/>
          <a:stretch>
            <a:fillRect/>
          </a:stretch>
        </p:blipFill>
        <p:spPr bwMode="auto">
          <a:xfrm>
            <a:off x="7956550" y="6308725"/>
            <a:ext cx="914400" cy="285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90568" name="Rectangle 8"/>
          <p:cNvSpPr>
            <a:spLocks noGrp="1" noChangeArrowheads="1"/>
          </p:cNvSpPr>
          <p:nvPr>
            <p:ph type="title"/>
          </p:nvPr>
        </p:nvSpPr>
        <p:spPr bwMode="auto">
          <a:xfrm>
            <a:off x="611188" y="274638"/>
            <a:ext cx="6697662" cy="633412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37" tIns="45718" rIns="91437" bIns="45718" numCol="1" anchor="ctr" anchorCtr="0" compatLnSpc="1"/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90569" name="Rectangle 9"/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8" y="1196975"/>
            <a:ext cx="8075612" cy="4929188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37" tIns="45718" rIns="91437" bIns="45718" numCol="1" anchor="t" anchorCtr="0" compatLnSpc="1"/>
          <a:lstStyle/>
          <a:p>
            <a:pPr lvl="0"/>
            <a:r>
              <a:rPr lang="zh-TW" altLang="en-US"/>
              <a:t>按一下以編輯母片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905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905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905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905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905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905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0905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0905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90568" grpId="0"/>
      <p:bldP spid="1090569" grpId="0" build="p">
        <p:tmplLst>
          <p:tmpl lvl="1">
            <p:tnLst>
              <p:par>
                <p:cTn presetID="2" presetClass="entr" presetSubtype="2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905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2">
            <p:tnLst>
              <p:par>
                <p:cTn presetID="2" presetClass="entr" presetSubtype="2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905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3">
            <p:tnLst>
              <p:par>
                <p:cTn presetID="2" presetClass="entr" presetSubtype="2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905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400" b="1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b="1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EFF09E-4EA0-4518-A9E8-449DE34F8B74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4C9021-A16D-4E5C-A421-A5275F523D45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17" descr="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7380" y="6258561"/>
            <a:ext cx="887628" cy="3785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974" name="Rectangle 1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032826" y="6604911"/>
            <a:ext cx="1080000" cy="22456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900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pPr defTabSz="829310">
              <a:spcBef>
                <a:spcPct val="0"/>
              </a:spcBef>
              <a:defRPr/>
            </a:pPr>
            <a:r>
              <a:rPr lang="zh-TW" altLang="en-US">
                <a:solidFill>
                  <a:prstClr val="black"/>
                </a:solidFill>
              </a:rPr>
              <a:t>第</a:t>
            </a:r>
            <a:fld id="{97E2107F-FE5C-4B21-9691-E81A2D991AEB}" type="slidenum">
              <a:rPr lang="en-US" altLang="zh-TW" smtClean="0">
                <a:solidFill>
                  <a:prstClr val="black"/>
                </a:solidFill>
              </a:rPr>
              <a:t>‹#›</a:t>
            </a:fld>
            <a:r>
              <a:rPr lang="zh-TW" altLang="en-US">
                <a:solidFill>
                  <a:prstClr val="black"/>
                </a:solidFill>
              </a:rPr>
              <a:t>頁</a:t>
            </a:r>
            <a:endParaRPr lang="en-US" altLang="zh-TW" dirty="0">
              <a:solidFill>
                <a:prstClr val="black"/>
              </a:solidFill>
            </a:endParaRPr>
          </a:p>
        </p:txBody>
      </p:sp>
      <p:sp>
        <p:nvSpPr>
          <p:cNvPr id="1028" name="Line 22"/>
          <p:cNvSpPr>
            <a:spLocks noChangeShapeType="1"/>
          </p:cNvSpPr>
          <p:nvPr/>
        </p:nvSpPr>
        <p:spPr bwMode="auto">
          <a:xfrm>
            <a:off x="611188" y="981075"/>
            <a:ext cx="80645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29" name="Line 23"/>
          <p:cNvSpPr>
            <a:spLocks noChangeShapeType="1"/>
          </p:cNvSpPr>
          <p:nvPr/>
        </p:nvSpPr>
        <p:spPr bwMode="auto">
          <a:xfrm>
            <a:off x="1894842" y="6511178"/>
            <a:ext cx="59400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31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11190" y="225086"/>
            <a:ext cx="8047129" cy="6979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32" name="Rectangle 25"/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9" y="1195754"/>
            <a:ext cx="8047128" cy="51367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</p:txBody>
      </p:sp>
      <p:sp>
        <p:nvSpPr>
          <p:cNvPr id="12" name="Text Box 21"/>
          <p:cNvSpPr txBox="1">
            <a:spLocks noChangeArrowheads="1"/>
          </p:cNvSpPr>
          <p:nvPr/>
        </p:nvSpPr>
        <p:spPr bwMode="auto">
          <a:xfrm>
            <a:off x="549356" y="6368305"/>
            <a:ext cx="1727597" cy="2182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67544" tIns="33764" rIns="67544" bIns="33764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zh-TW" altLang="en-US" sz="975" b="1" dirty="0">
                <a:solidFill>
                  <a:srgbClr val="80808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誠信  承諾  創新  合作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5pPr>
      <a:lvl6pPr marL="41465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6pPr>
      <a:lvl7pPr marL="82931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7pPr>
      <a:lvl8pPr marL="124396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8pPr>
      <a:lvl9pPr marL="165862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9pPr>
    </p:titleStyle>
    <p:bodyStyle>
      <a:lvl1pPr marL="311150" indent="-31115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17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673735" indent="-25908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181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2pPr>
      <a:lvl3pPr marL="1036955" indent="-207645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3pPr>
      <a:lvl4pPr marL="1451610" indent="-207645" algn="l" rtl="0" eaLnBrk="0" fontAlgn="base" hangingPunct="0">
        <a:spcBef>
          <a:spcPct val="20000"/>
        </a:spcBef>
        <a:spcAft>
          <a:spcPct val="0"/>
        </a:spcAft>
        <a:buChar char="–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4pPr>
      <a:lvl5pPr marL="1866265" indent="-207645" algn="l" rtl="0" eaLnBrk="0" fontAlgn="base" hangingPunct="0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5pPr>
      <a:lvl6pPr marL="228092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6pPr>
      <a:lvl7pPr marL="269557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7pPr>
      <a:lvl8pPr marL="311023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8pPr>
      <a:lvl9pPr marL="352488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9pPr>
    </p:bodyStyle>
    <p:otherStyle>
      <a:defPPr>
        <a:defRPr lang="zh-TW"/>
      </a:defPPr>
      <a:lvl1pPr marL="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1pPr>
      <a:lvl2pPr marL="41465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2pPr>
      <a:lvl3pPr marL="82931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3pPr>
      <a:lvl4pPr marL="124396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4pPr>
      <a:lvl5pPr marL="16586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5pPr>
      <a:lvl6pPr marL="20732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6pPr>
      <a:lvl7pPr marL="248793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7pPr>
      <a:lvl8pPr marL="29032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8pPr>
      <a:lvl9pPr marL="33178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74" name="Rectangle 1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0" y="6381750"/>
            <a:ext cx="468313" cy="215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21" tIns="45710" rIns="91421" bIns="45710" numCol="1" anchor="t" anchorCtr="0" compatLnSpc="1"/>
          <a:lstStyle>
            <a:lvl1pPr algn="r">
              <a:spcBef>
                <a:spcPct val="0"/>
              </a:spcBef>
              <a:defRPr sz="1200">
                <a:latin typeface="Arial" panose="020B0604020202020204" pitchFamily="34" charset="0"/>
                <a:ea typeface="新細明體" panose="02020500000000000000" charset="-120"/>
              </a:defRPr>
            </a:lvl1pPr>
          </a:lstStyle>
          <a:p>
            <a:pPr>
              <a:defRPr/>
            </a:pPr>
            <a:fld id="{A9CD9766-93A3-4E76-9B20-A4D620225CC1}" type="slidenum">
              <a:rPr lang="en-US" altLang="zh-TW"/>
              <a:t>‹#›</a:t>
            </a:fld>
            <a:endParaRPr lang="en-US" altLang="zh-TW" dirty="0"/>
          </a:p>
        </p:txBody>
      </p:sp>
      <p:sp>
        <p:nvSpPr>
          <p:cNvPr id="1027" name="Text Box 21"/>
          <p:cNvSpPr txBox="1">
            <a:spLocks noChangeArrowheads="1"/>
          </p:cNvSpPr>
          <p:nvPr/>
        </p:nvSpPr>
        <p:spPr bwMode="auto">
          <a:xfrm>
            <a:off x="468313" y="6453188"/>
            <a:ext cx="230346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1421" tIns="45710" rIns="91421" bIns="45710">
            <a:spAutoFit/>
          </a:bodyPr>
          <a:lstStyle>
            <a:lvl1pPr eaLnBrk="0" hangingPunct="0"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標楷體" panose="03000509000000000000" pitchFamily="65" charset="-120"/>
              </a:defRPr>
            </a:lvl1pPr>
            <a:lvl2pPr marL="742950" indent="-285750" eaLnBrk="0" hangingPunct="0"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標楷體" panose="03000509000000000000" pitchFamily="65" charset="-120"/>
              </a:defRPr>
            </a:lvl2pPr>
            <a:lvl3pPr marL="1143000" indent="-228600" eaLnBrk="0" hangingPunct="0"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標楷體" panose="03000509000000000000" pitchFamily="65" charset="-120"/>
              </a:defRPr>
            </a:lvl3pPr>
            <a:lvl4pPr marL="1600200" indent="-228600" eaLnBrk="0" hangingPunct="0"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標楷體" panose="03000509000000000000" pitchFamily="65" charset="-120"/>
              </a:defRPr>
            </a:lvl4pPr>
            <a:lvl5pPr marL="2057400" indent="-228600" eaLnBrk="0" hangingPunct="0"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標楷體" panose="03000509000000000000" pitchFamily="65" charset="-120"/>
              </a:defRPr>
            </a:lvl5pPr>
            <a:lvl6pPr marL="2514600" indent="-228600" algn="ctr" eaLnBrk="0" fontAlgn="base" hangingPunct="0">
              <a:spcBef>
                <a:spcPct val="50000"/>
              </a:spcBef>
              <a:spcAft>
                <a:spcPct val="0"/>
              </a:spcAft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標楷體" panose="03000509000000000000" pitchFamily="65" charset="-120"/>
              </a:defRPr>
            </a:lvl6pPr>
            <a:lvl7pPr marL="2971800" indent="-228600" algn="ctr" eaLnBrk="0" fontAlgn="base" hangingPunct="0">
              <a:spcBef>
                <a:spcPct val="50000"/>
              </a:spcBef>
              <a:spcAft>
                <a:spcPct val="0"/>
              </a:spcAft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標楷體" panose="03000509000000000000" pitchFamily="65" charset="-120"/>
              </a:defRPr>
            </a:lvl7pPr>
            <a:lvl8pPr marL="3429000" indent="-228600" algn="ctr" eaLnBrk="0" fontAlgn="base" hangingPunct="0">
              <a:spcBef>
                <a:spcPct val="50000"/>
              </a:spcBef>
              <a:spcAft>
                <a:spcPct val="0"/>
              </a:spcAft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標楷體" panose="03000509000000000000" pitchFamily="65" charset="-120"/>
              </a:defRPr>
            </a:lvl8pPr>
            <a:lvl9pPr marL="3886200" indent="-228600" algn="ctr" eaLnBrk="0" fontAlgn="base" hangingPunct="0">
              <a:spcBef>
                <a:spcPct val="50000"/>
              </a:spcBef>
              <a:spcAft>
                <a:spcPct val="0"/>
              </a:spcAft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標楷體" panose="03000509000000000000" pitchFamily="65" charset="-120"/>
              </a:defRPr>
            </a:lvl9pPr>
          </a:lstStyle>
          <a:p>
            <a:pPr algn="l" eaLnBrk="1" hangingPunct="1">
              <a:defRPr/>
            </a:pPr>
            <a:r>
              <a:rPr lang="zh-TW" altLang="en-US" sz="1000">
                <a:solidFill>
                  <a:schemeClr val="bg2"/>
                </a:solidFill>
                <a:latin typeface="標楷體" panose="03000509000000000000" pitchFamily="65" charset="-120"/>
              </a:rPr>
              <a:t>誠信  承諾  創新  合作</a:t>
            </a:r>
          </a:p>
        </p:txBody>
      </p:sp>
      <p:sp>
        <p:nvSpPr>
          <p:cNvPr id="1028" name="Line 22"/>
          <p:cNvSpPr>
            <a:spLocks noChangeShapeType="1"/>
          </p:cNvSpPr>
          <p:nvPr/>
        </p:nvSpPr>
        <p:spPr bwMode="auto">
          <a:xfrm>
            <a:off x="611188" y="981075"/>
            <a:ext cx="80645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/>
          </a:p>
        </p:txBody>
      </p:sp>
      <p:sp>
        <p:nvSpPr>
          <p:cNvPr id="1029" name="Line 23"/>
          <p:cNvSpPr>
            <a:spLocks noChangeShapeType="1"/>
          </p:cNvSpPr>
          <p:nvPr/>
        </p:nvSpPr>
        <p:spPr bwMode="auto">
          <a:xfrm>
            <a:off x="2051050" y="6597650"/>
            <a:ext cx="5834063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/>
          </a:p>
        </p:txBody>
      </p:sp>
      <p:pic>
        <p:nvPicPr>
          <p:cNvPr id="1030" name="Picture 17" descr="3"/>
          <p:cNvPicPr>
            <a:picLocks noChangeAspect="1" noChangeArrowheads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6550" y="6308725"/>
            <a:ext cx="914400" cy="285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31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11188" y="274638"/>
            <a:ext cx="6697662" cy="6334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21" tIns="45710" rIns="91421" bIns="45710" numCol="1" anchor="ctr" anchorCtr="0" compatLnSpc="1"/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  <p:sp>
        <p:nvSpPr>
          <p:cNvPr id="1032" name="Rectangle 25"/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8" y="1196975"/>
            <a:ext cx="8075612" cy="4929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21" tIns="45710" rIns="91421" bIns="45710" numCol="1" anchor="t" anchorCtr="0" compatLnSpc="1"/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  <p:sldLayoutId id="2147483721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lang="zh-TW" altLang="en-US" sz="3000" b="1" smtClean="0">
          <a:solidFill>
            <a:schemeClr val="tx2"/>
          </a:solidFill>
          <a:latin typeface="Arial" panose="020B0604020202020204" pitchFamily="34" charset="0"/>
          <a:ea typeface="標楷體" panose="03000509000000000000" pitchFamily="65" charset="-120"/>
          <a:cs typeface="Arial" panose="020B0604020202020204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anose="020B0604020202020204" pitchFamily="34" charset="0"/>
          <a:ea typeface="標楷體" panose="03000509000000000000" pitchFamily="65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anose="020B0604020202020204" pitchFamily="34" charset="0"/>
          <a:ea typeface="標楷體" panose="03000509000000000000" pitchFamily="65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anose="020B0604020202020204" pitchFamily="34" charset="0"/>
          <a:ea typeface="標楷體" panose="03000509000000000000" pitchFamily="65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anose="020B0604020202020204" pitchFamily="34" charset="0"/>
          <a:ea typeface="標楷體" panose="03000509000000000000" pitchFamily="65" charset="-120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anose="020B0604020202020204" pitchFamily="34" charset="0"/>
          <a:ea typeface="標楷體" panose="03000509000000000000" pitchFamily="65" charset="-120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anose="020B0604020202020204" pitchFamily="34" charset="0"/>
          <a:ea typeface="標楷體" panose="03000509000000000000" pitchFamily="65" charset="-120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anose="020B0604020202020204" pitchFamily="34" charset="0"/>
          <a:ea typeface="標楷體" panose="03000509000000000000" pitchFamily="65" charset="-120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anose="020B0604020202020204" pitchFamily="34" charset="0"/>
          <a:ea typeface="標楷體" panose="03000509000000000000" pitchFamily="65" charset="-12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400" b="1">
          <a:solidFill>
            <a:schemeClr val="tx1"/>
          </a:solidFill>
          <a:latin typeface="Arial" panose="020B0604020202020204" pitchFamily="34" charset="0"/>
          <a:ea typeface="標楷體" panose="03000509000000000000" pitchFamily="65" charset="-120"/>
          <a:cs typeface="Arial" panose="020B0604020202020204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Arial" panose="020B0604020202020204" pitchFamily="34" charset="0"/>
          <a:ea typeface="標楷體" panose="03000509000000000000" pitchFamily="65" charset="-120"/>
          <a:cs typeface="Arial" panose="020B060402020202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b="1">
          <a:solidFill>
            <a:schemeClr val="tx1"/>
          </a:solidFill>
          <a:latin typeface="Arial" panose="020B0604020202020204" pitchFamily="34" charset="0"/>
          <a:ea typeface="標楷體" panose="03000509000000000000" pitchFamily="65" charset="-120"/>
          <a:cs typeface="Arial" panose="020B060402020202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17" descr="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7380" y="6258561"/>
            <a:ext cx="887628" cy="3785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974" name="Rectangle 1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032826" y="6604911"/>
            <a:ext cx="1080000" cy="22456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900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pPr defTabSz="829310">
              <a:defRPr/>
            </a:pPr>
            <a:r>
              <a:rPr lang="zh-TW" altLang="en-US">
                <a:solidFill>
                  <a:prstClr val="black"/>
                </a:solidFill>
              </a:rPr>
              <a:t>第</a:t>
            </a:r>
            <a:fld id="{97E2107F-FE5C-4B21-9691-E81A2D991AEB}" type="slidenum">
              <a:rPr lang="en-US" altLang="zh-TW" smtClean="0">
                <a:solidFill>
                  <a:prstClr val="black"/>
                </a:solidFill>
              </a:rPr>
              <a:t>‹#›</a:t>
            </a:fld>
            <a:r>
              <a:rPr lang="zh-TW" altLang="en-US">
                <a:solidFill>
                  <a:prstClr val="black"/>
                </a:solidFill>
              </a:rPr>
              <a:t>頁</a:t>
            </a:r>
            <a:endParaRPr lang="en-US" altLang="zh-TW" dirty="0">
              <a:solidFill>
                <a:prstClr val="black"/>
              </a:solidFill>
            </a:endParaRPr>
          </a:p>
        </p:txBody>
      </p:sp>
      <p:sp>
        <p:nvSpPr>
          <p:cNvPr id="1028" name="Line 22"/>
          <p:cNvSpPr>
            <a:spLocks noChangeShapeType="1"/>
          </p:cNvSpPr>
          <p:nvPr/>
        </p:nvSpPr>
        <p:spPr bwMode="auto">
          <a:xfrm>
            <a:off x="611188" y="981075"/>
            <a:ext cx="80645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29" name="Line 23"/>
          <p:cNvSpPr>
            <a:spLocks noChangeShapeType="1"/>
          </p:cNvSpPr>
          <p:nvPr/>
        </p:nvSpPr>
        <p:spPr bwMode="auto">
          <a:xfrm>
            <a:off x="1894842" y="6511178"/>
            <a:ext cx="59400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31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11190" y="225086"/>
            <a:ext cx="8047129" cy="6979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32" name="Rectangle 25"/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9" y="1195754"/>
            <a:ext cx="8047128" cy="51367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</p:txBody>
      </p:sp>
      <p:sp>
        <p:nvSpPr>
          <p:cNvPr id="12" name="Text Box 21"/>
          <p:cNvSpPr txBox="1">
            <a:spLocks noChangeArrowheads="1"/>
          </p:cNvSpPr>
          <p:nvPr/>
        </p:nvSpPr>
        <p:spPr bwMode="auto">
          <a:xfrm>
            <a:off x="549356" y="6368305"/>
            <a:ext cx="1727597" cy="2182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67544" tIns="33764" rIns="67544" bIns="33764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zh-TW" altLang="en-US" sz="975" b="1" dirty="0">
                <a:solidFill>
                  <a:srgbClr val="80808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誠信  承諾  創新  合作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5pPr>
      <a:lvl6pPr marL="41465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6pPr>
      <a:lvl7pPr marL="82931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7pPr>
      <a:lvl8pPr marL="124396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8pPr>
      <a:lvl9pPr marL="165862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9pPr>
    </p:titleStyle>
    <p:bodyStyle>
      <a:lvl1pPr marL="311150" indent="-31115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17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673735" indent="-25908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181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2pPr>
      <a:lvl3pPr marL="1036955" indent="-207645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3pPr>
      <a:lvl4pPr marL="1451610" indent="-207645" algn="l" rtl="0" eaLnBrk="0" fontAlgn="base" hangingPunct="0">
        <a:spcBef>
          <a:spcPct val="20000"/>
        </a:spcBef>
        <a:spcAft>
          <a:spcPct val="0"/>
        </a:spcAft>
        <a:buChar char="–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4pPr>
      <a:lvl5pPr marL="1866265" indent="-207645" algn="l" rtl="0" eaLnBrk="0" fontAlgn="base" hangingPunct="0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5pPr>
      <a:lvl6pPr marL="228092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6pPr>
      <a:lvl7pPr marL="269557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7pPr>
      <a:lvl8pPr marL="311023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8pPr>
      <a:lvl9pPr marL="352488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9pPr>
    </p:bodyStyle>
    <p:otherStyle>
      <a:defPPr>
        <a:defRPr lang="zh-TW"/>
      </a:defPPr>
      <a:lvl1pPr marL="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1pPr>
      <a:lvl2pPr marL="41465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2pPr>
      <a:lvl3pPr marL="82931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3pPr>
      <a:lvl4pPr marL="124396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4pPr>
      <a:lvl5pPr marL="16586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5pPr>
      <a:lvl6pPr marL="20732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6pPr>
      <a:lvl7pPr marL="248793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7pPr>
      <a:lvl8pPr marL="29032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8pPr>
      <a:lvl9pPr marL="33178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17" descr="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7380" y="6258561"/>
            <a:ext cx="887628" cy="3785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974" name="Rectangle 1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032826" y="6604911"/>
            <a:ext cx="1080000" cy="22456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900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pPr defTabSz="829310">
              <a:defRPr/>
            </a:pPr>
            <a:r>
              <a:rPr lang="zh-TW" altLang="en-US">
                <a:solidFill>
                  <a:prstClr val="black"/>
                </a:solidFill>
              </a:rPr>
              <a:t>第</a:t>
            </a:r>
            <a:fld id="{97E2107F-FE5C-4B21-9691-E81A2D991AEB}" type="slidenum">
              <a:rPr lang="en-US" altLang="zh-TW" smtClean="0">
                <a:solidFill>
                  <a:prstClr val="black"/>
                </a:solidFill>
              </a:rPr>
              <a:t>‹#›</a:t>
            </a:fld>
            <a:r>
              <a:rPr lang="zh-TW" altLang="en-US">
                <a:solidFill>
                  <a:prstClr val="black"/>
                </a:solidFill>
              </a:rPr>
              <a:t>頁</a:t>
            </a:r>
            <a:endParaRPr lang="en-US" altLang="zh-TW" dirty="0">
              <a:solidFill>
                <a:prstClr val="black"/>
              </a:solidFill>
            </a:endParaRPr>
          </a:p>
        </p:txBody>
      </p:sp>
      <p:sp>
        <p:nvSpPr>
          <p:cNvPr id="1028" name="Line 22"/>
          <p:cNvSpPr>
            <a:spLocks noChangeShapeType="1"/>
          </p:cNvSpPr>
          <p:nvPr/>
        </p:nvSpPr>
        <p:spPr bwMode="auto">
          <a:xfrm>
            <a:off x="611188" y="981075"/>
            <a:ext cx="80645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29" name="Line 23"/>
          <p:cNvSpPr>
            <a:spLocks noChangeShapeType="1"/>
          </p:cNvSpPr>
          <p:nvPr/>
        </p:nvSpPr>
        <p:spPr bwMode="auto">
          <a:xfrm>
            <a:off x="1894842" y="6511178"/>
            <a:ext cx="59400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31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11190" y="225086"/>
            <a:ext cx="8047129" cy="6979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32" name="Rectangle 25"/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9" y="1195754"/>
            <a:ext cx="8047128" cy="51367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</p:txBody>
      </p:sp>
      <p:sp>
        <p:nvSpPr>
          <p:cNvPr id="12" name="Text Box 21"/>
          <p:cNvSpPr txBox="1">
            <a:spLocks noChangeArrowheads="1"/>
          </p:cNvSpPr>
          <p:nvPr/>
        </p:nvSpPr>
        <p:spPr bwMode="auto">
          <a:xfrm>
            <a:off x="549356" y="6368305"/>
            <a:ext cx="1727597" cy="2182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67544" tIns="33764" rIns="67544" bIns="33764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zh-TW" altLang="en-US" sz="975" b="1" dirty="0">
                <a:solidFill>
                  <a:srgbClr val="80808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誠信  承諾  創新  合作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5pPr>
      <a:lvl6pPr marL="41465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6pPr>
      <a:lvl7pPr marL="82931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7pPr>
      <a:lvl8pPr marL="124396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8pPr>
      <a:lvl9pPr marL="165862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9pPr>
    </p:titleStyle>
    <p:bodyStyle>
      <a:lvl1pPr marL="311150" indent="-31115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17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673735" indent="-25908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181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2pPr>
      <a:lvl3pPr marL="1036955" indent="-207645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3pPr>
      <a:lvl4pPr marL="1451610" indent="-207645" algn="l" rtl="0" eaLnBrk="0" fontAlgn="base" hangingPunct="0">
        <a:spcBef>
          <a:spcPct val="20000"/>
        </a:spcBef>
        <a:spcAft>
          <a:spcPct val="0"/>
        </a:spcAft>
        <a:buChar char="–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4pPr>
      <a:lvl5pPr marL="1866265" indent="-207645" algn="l" rtl="0" eaLnBrk="0" fontAlgn="base" hangingPunct="0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5pPr>
      <a:lvl6pPr marL="228092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6pPr>
      <a:lvl7pPr marL="269557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7pPr>
      <a:lvl8pPr marL="311023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8pPr>
      <a:lvl9pPr marL="352488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9pPr>
    </p:bodyStyle>
    <p:otherStyle>
      <a:defPPr>
        <a:defRPr lang="zh-TW"/>
      </a:defPPr>
      <a:lvl1pPr marL="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1pPr>
      <a:lvl2pPr marL="41465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2pPr>
      <a:lvl3pPr marL="82931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3pPr>
      <a:lvl4pPr marL="124396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4pPr>
      <a:lvl5pPr marL="16586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5pPr>
      <a:lvl6pPr marL="20732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6pPr>
      <a:lvl7pPr marL="248793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7pPr>
      <a:lvl8pPr marL="29032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8pPr>
      <a:lvl9pPr marL="33178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17" descr="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7380" y="6258561"/>
            <a:ext cx="887628" cy="3785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974" name="Rectangle 1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032826" y="6604911"/>
            <a:ext cx="1080000" cy="22456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900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pPr defTabSz="829310">
              <a:defRPr/>
            </a:pPr>
            <a:r>
              <a:rPr lang="zh-TW" altLang="en-US">
                <a:solidFill>
                  <a:prstClr val="black"/>
                </a:solidFill>
              </a:rPr>
              <a:t>第</a:t>
            </a:r>
            <a:fld id="{97E2107F-FE5C-4B21-9691-E81A2D991AEB}" type="slidenum">
              <a:rPr lang="en-US" altLang="zh-TW" smtClean="0">
                <a:solidFill>
                  <a:prstClr val="black"/>
                </a:solidFill>
              </a:rPr>
              <a:t>‹#›</a:t>
            </a:fld>
            <a:r>
              <a:rPr lang="zh-TW" altLang="en-US">
                <a:solidFill>
                  <a:prstClr val="black"/>
                </a:solidFill>
              </a:rPr>
              <a:t>頁</a:t>
            </a:r>
            <a:endParaRPr lang="en-US" altLang="zh-TW" dirty="0">
              <a:solidFill>
                <a:prstClr val="black"/>
              </a:solidFill>
            </a:endParaRPr>
          </a:p>
        </p:txBody>
      </p:sp>
      <p:sp>
        <p:nvSpPr>
          <p:cNvPr id="1028" name="Line 22"/>
          <p:cNvSpPr>
            <a:spLocks noChangeShapeType="1"/>
          </p:cNvSpPr>
          <p:nvPr/>
        </p:nvSpPr>
        <p:spPr bwMode="auto">
          <a:xfrm>
            <a:off x="611188" y="981075"/>
            <a:ext cx="80645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29" name="Line 23"/>
          <p:cNvSpPr>
            <a:spLocks noChangeShapeType="1"/>
          </p:cNvSpPr>
          <p:nvPr/>
        </p:nvSpPr>
        <p:spPr bwMode="auto">
          <a:xfrm>
            <a:off x="1894842" y="6511178"/>
            <a:ext cx="59400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31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11190" y="225086"/>
            <a:ext cx="8047129" cy="6979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32" name="Rectangle 25"/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9" y="1195754"/>
            <a:ext cx="8047128" cy="51367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</p:txBody>
      </p:sp>
      <p:sp>
        <p:nvSpPr>
          <p:cNvPr id="12" name="Text Box 21"/>
          <p:cNvSpPr txBox="1">
            <a:spLocks noChangeArrowheads="1"/>
          </p:cNvSpPr>
          <p:nvPr/>
        </p:nvSpPr>
        <p:spPr bwMode="auto">
          <a:xfrm>
            <a:off x="549356" y="6368305"/>
            <a:ext cx="1727597" cy="2182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67544" tIns="33764" rIns="67544" bIns="33764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zh-TW" altLang="en-US" sz="975" b="1" dirty="0">
                <a:solidFill>
                  <a:srgbClr val="80808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誠信  承諾  創新  合作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5pPr>
      <a:lvl6pPr marL="41465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6pPr>
      <a:lvl7pPr marL="82931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7pPr>
      <a:lvl8pPr marL="124396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8pPr>
      <a:lvl9pPr marL="165862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9pPr>
    </p:titleStyle>
    <p:bodyStyle>
      <a:lvl1pPr marL="311150" indent="-31115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17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673735" indent="-25908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181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2pPr>
      <a:lvl3pPr marL="1036955" indent="-207645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3pPr>
      <a:lvl4pPr marL="1451610" indent="-207645" algn="l" rtl="0" eaLnBrk="0" fontAlgn="base" hangingPunct="0">
        <a:spcBef>
          <a:spcPct val="20000"/>
        </a:spcBef>
        <a:spcAft>
          <a:spcPct val="0"/>
        </a:spcAft>
        <a:buChar char="–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4pPr>
      <a:lvl5pPr marL="1866265" indent="-207645" algn="l" rtl="0" eaLnBrk="0" fontAlgn="base" hangingPunct="0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5pPr>
      <a:lvl6pPr marL="228092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6pPr>
      <a:lvl7pPr marL="269557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7pPr>
      <a:lvl8pPr marL="311023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8pPr>
      <a:lvl9pPr marL="352488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9pPr>
    </p:bodyStyle>
    <p:otherStyle>
      <a:defPPr>
        <a:defRPr lang="zh-TW"/>
      </a:defPPr>
      <a:lvl1pPr marL="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1pPr>
      <a:lvl2pPr marL="41465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2pPr>
      <a:lvl3pPr marL="82931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3pPr>
      <a:lvl4pPr marL="124396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4pPr>
      <a:lvl5pPr marL="16586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5pPr>
      <a:lvl6pPr marL="20732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6pPr>
      <a:lvl7pPr marL="248793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7pPr>
      <a:lvl8pPr marL="29032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8pPr>
      <a:lvl9pPr marL="33178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17" descr="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7380" y="6258561"/>
            <a:ext cx="887628" cy="3785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974" name="Rectangle 1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032826" y="6604911"/>
            <a:ext cx="1080000" cy="22456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900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pPr defTabSz="829310">
              <a:defRPr/>
            </a:pPr>
            <a:r>
              <a:rPr lang="zh-TW" altLang="en-US">
                <a:solidFill>
                  <a:prstClr val="black"/>
                </a:solidFill>
              </a:rPr>
              <a:t>第</a:t>
            </a:r>
            <a:fld id="{97E2107F-FE5C-4B21-9691-E81A2D991AEB}" type="slidenum">
              <a:rPr lang="en-US" altLang="zh-TW" smtClean="0">
                <a:solidFill>
                  <a:prstClr val="black"/>
                </a:solidFill>
              </a:rPr>
              <a:t>‹#›</a:t>
            </a:fld>
            <a:r>
              <a:rPr lang="zh-TW" altLang="en-US">
                <a:solidFill>
                  <a:prstClr val="black"/>
                </a:solidFill>
              </a:rPr>
              <a:t>頁</a:t>
            </a:r>
            <a:endParaRPr lang="en-US" altLang="zh-TW" dirty="0">
              <a:solidFill>
                <a:prstClr val="black"/>
              </a:solidFill>
            </a:endParaRPr>
          </a:p>
        </p:txBody>
      </p:sp>
      <p:sp>
        <p:nvSpPr>
          <p:cNvPr id="1028" name="Line 22"/>
          <p:cNvSpPr>
            <a:spLocks noChangeShapeType="1"/>
          </p:cNvSpPr>
          <p:nvPr/>
        </p:nvSpPr>
        <p:spPr bwMode="auto">
          <a:xfrm>
            <a:off x="611188" y="981075"/>
            <a:ext cx="80645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29" name="Line 23"/>
          <p:cNvSpPr>
            <a:spLocks noChangeShapeType="1"/>
          </p:cNvSpPr>
          <p:nvPr/>
        </p:nvSpPr>
        <p:spPr bwMode="auto">
          <a:xfrm>
            <a:off x="1894842" y="6511178"/>
            <a:ext cx="59400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31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11190" y="225086"/>
            <a:ext cx="8047129" cy="6979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32" name="Rectangle 25"/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9" y="1195754"/>
            <a:ext cx="8047128" cy="51367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</p:txBody>
      </p:sp>
      <p:sp>
        <p:nvSpPr>
          <p:cNvPr id="12" name="Text Box 21"/>
          <p:cNvSpPr txBox="1">
            <a:spLocks noChangeArrowheads="1"/>
          </p:cNvSpPr>
          <p:nvPr/>
        </p:nvSpPr>
        <p:spPr bwMode="auto">
          <a:xfrm>
            <a:off x="549356" y="6368305"/>
            <a:ext cx="1727597" cy="2182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67544" tIns="33764" rIns="67544" bIns="33764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zh-TW" altLang="en-US" sz="975" b="1" dirty="0">
                <a:solidFill>
                  <a:srgbClr val="80808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誠信  承諾  創新  合作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5pPr>
      <a:lvl6pPr marL="41465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6pPr>
      <a:lvl7pPr marL="82931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7pPr>
      <a:lvl8pPr marL="124396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8pPr>
      <a:lvl9pPr marL="165862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9pPr>
    </p:titleStyle>
    <p:bodyStyle>
      <a:lvl1pPr marL="311150" indent="-31115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17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673735" indent="-25908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181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2pPr>
      <a:lvl3pPr marL="1036955" indent="-207645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3pPr>
      <a:lvl4pPr marL="1451610" indent="-207645" algn="l" rtl="0" eaLnBrk="0" fontAlgn="base" hangingPunct="0">
        <a:spcBef>
          <a:spcPct val="20000"/>
        </a:spcBef>
        <a:spcAft>
          <a:spcPct val="0"/>
        </a:spcAft>
        <a:buChar char="–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4pPr>
      <a:lvl5pPr marL="1866265" indent="-207645" algn="l" rtl="0" eaLnBrk="0" fontAlgn="base" hangingPunct="0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5pPr>
      <a:lvl6pPr marL="228092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6pPr>
      <a:lvl7pPr marL="269557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7pPr>
      <a:lvl8pPr marL="311023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8pPr>
      <a:lvl9pPr marL="352488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9pPr>
    </p:bodyStyle>
    <p:otherStyle>
      <a:defPPr>
        <a:defRPr lang="zh-TW"/>
      </a:defPPr>
      <a:lvl1pPr marL="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1pPr>
      <a:lvl2pPr marL="41465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2pPr>
      <a:lvl3pPr marL="82931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3pPr>
      <a:lvl4pPr marL="124396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4pPr>
      <a:lvl5pPr marL="16586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5pPr>
      <a:lvl6pPr marL="20732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6pPr>
      <a:lvl7pPr marL="248793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7pPr>
      <a:lvl8pPr marL="29032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8pPr>
      <a:lvl9pPr marL="33178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5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5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11188" y="188640"/>
            <a:ext cx="8075612" cy="719410"/>
          </a:xfrm>
        </p:spPr>
        <p:txBody>
          <a:bodyPr/>
          <a:lstStyle/>
          <a:p>
            <a:pPr marL="984250" indent="-984250"/>
            <a:r>
              <a:rPr lang="zh-TW" altLang="en-US" sz="2500" dirty="0"/>
              <a:t>交易策略：</a:t>
            </a:r>
            <a:r>
              <a:rPr lang="en-US" altLang="zh-TW" sz="2500" dirty="0"/>
              <a:t>USD SOFR IRS pay 6mth, rec 18mth</a:t>
            </a:r>
            <a:endParaRPr lang="zh-TW" altLang="en-US" sz="2500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34194" y="1412776"/>
            <a:ext cx="8075612" cy="3168352"/>
          </a:xfrm>
        </p:spPr>
        <p:txBody>
          <a:bodyPr/>
          <a:lstStyle/>
          <a:p>
            <a:endParaRPr lang="zh-TW" altLang="zh-TW" sz="2000" dirty="0">
              <a:effectLst/>
              <a:latin typeface="+mj-ea"/>
              <a:ea typeface="+mj-ea"/>
              <a:cs typeface="新細明體" panose="02020500000000000000" charset="-120"/>
            </a:endParaRPr>
          </a:p>
          <a:p>
            <a:pPr marL="0" indent="0">
              <a:buNone/>
            </a:pPr>
            <a:endParaRPr lang="en-US" altLang="zh-TW" sz="2000" dirty="0"/>
          </a:p>
          <a:p>
            <a:endParaRPr lang="zh-TW" altLang="en-US" sz="2000" dirty="0"/>
          </a:p>
        </p:txBody>
      </p:sp>
      <p:sp>
        <p:nvSpPr>
          <p:cNvPr id="49" name="文字方塊 48"/>
          <p:cNvSpPr txBox="1"/>
          <p:nvPr/>
        </p:nvSpPr>
        <p:spPr>
          <a:xfrm>
            <a:off x="226060" y="967135"/>
            <a:ext cx="8460740" cy="318801"/>
          </a:xfrm>
          <a:prstGeom prst="roundRect">
            <a:avLst/>
          </a:prstGeom>
          <a:solidFill>
            <a:srgbClr val="2E75B6"/>
          </a:solidFill>
        </p:spPr>
        <p:txBody>
          <a:bodyPr wrap="square" tIns="36000" bIns="3600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TW" alt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央行貨幣政策轉偏寬鬆</a:t>
            </a:r>
            <a:r>
              <a:rPr kumimoji="0" lang="en-US" altLang="zh-TW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+</a:t>
            </a:r>
            <a:r>
              <a:rPr kumimoji="0" lang="zh-TW" alt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台債籌碼面優勢，</a:t>
            </a:r>
            <a:r>
              <a:rPr kumimoji="0" lang="zh-TW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預估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2025Q4-2026Q1</a:t>
            </a:r>
            <a:r>
              <a:rPr kumimoji="0" lang="zh-TW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錢多券少</a:t>
            </a:r>
          </a:p>
        </p:txBody>
      </p:sp>
      <p:sp>
        <p:nvSpPr>
          <p:cNvPr id="12" name="內容版面配置區 2"/>
          <p:cNvSpPr>
            <a:spLocks noGrp="1"/>
          </p:cNvSpPr>
          <p:nvPr/>
        </p:nvSpPr>
        <p:spPr>
          <a:xfrm>
            <a:off x="166147" y="908050"/>
            <a:ext cx="8811706" cy="31686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21" tIns="45710" rIns="91421" bIns="45710" numCol="1" anchor="t" anchorCtr="0" compatLnSpc="1"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3300"/>
              </a:buClr>
              <a:buFont typeface="Wingdings" panose="05000000000000000000" pitchFamily="2" charset="2"/>
              <a:buChar char="n"/>
              <a:defRPr kumimoji="1" sz="2400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3300"/>
              </a:buClr>
              <a:buFont typeface="Wingdings" panose="05000000000000000000" pitchFamily="2" charset="2"/>
              <a:buChar char="n"/>
              <a:defRPr kumimoji="1" sz="2000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3300"/>
              </a:buClr>
              <a:buFont typeface="Wingdings" panose="05000000000000000000" pitchFamily="2" charset="2"/>
              <a:buChar char="n"/>
              <a:defRPr kumimoji="1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新細明體" panose="02020500000000000000" charset="-120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新細明體" panose="02020500000000000000" charset="-120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新細明體" panose="02020500000000000000" charset="-120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新細明體" panose="02020500000000000000" charset="-120"/>
              </a:defRPr>
            </a:lvl9pPr>
          </a:lstStyle>
          <a:p>
            <a:endParaRPr lang="en-US" altLang="zh-TW" sz="2000" dirty="0">
              <a:latin typeface="+mj-ea"/>
              <a:ea typeface="+mj-ea"/>
            </a:endParaRPr>
          </a:p>
          <a:p>
            <a:r>
              <a:rPr lang="zh-TW" altLang="en-US" sz="2000" dirty="0">
                <a:latin typeface="+mj-ea"/>
                <a:ea typeface="+mj-ea"/>
              </a:rPr>
              <a:t>錢多</a:t>
            </a:r>
            <a:endParaRPr lang="en-US" altLang="zh-TW" sz="2000" dirty="0">
              <a:latin typeface="+mj-ea"/>
              <a:ea typeface="+mj-ea"/>
            </a:endParaRPr>
          </a:p>
          <a:p>
            <a:pPr lvl="1"/>
            <a:r>
              <a:rPr lang="en-US" altLang="zh-TW" sz="1600" dirty="0">
                <a:latin typeface="+mj-ea"/>
                <a:ea typeface="+mj-ea"/>
              </a:rPr>
              <a:t>Q3</a:t>
            </a:r>
            <a:r>
              <a:rPr lang="zh-TW" altLang="en-US" sz="1600" dirty="0">
                <a:latin typeface="+mj-ea"/>
                <a:ea typeface="+mj-ea"/>
              </a:rPr>
              <a:t>央行理監事會議：貨幣政策基調是“適度的讓資金充裕”</a:t>
            </a:r>
            <a:endParaRPr lang="en-US" altLang="zh-TW" sz="1600" dirty="0">
              <a:latin typeface="+mj-ea"/>
              <a:ea typeface="+mj-ea"/>
            </a:endParaRPr>
          </a:p>
          <a:p>
            <a:pPr marL="457200" lvl="1" indent="0">
              <a:buNone/>
            </a:pPr>
            <a:r>
              <a:rPr lang="zh-TW" altLang="en-US" sz="1600" dirty="0">
                <a:latin typeface="+mj-ea"/>
                <a:ea typeface="+mj-ea"/>
              </a:rPr>
              <a:t>      透過公開市場操作，減發定存單釋出資金</a:t>
            </a:r>
            <a:endParaRPr lang="en-US" altLang="zh-TW" sz="1600" dirty="0">
              <a:latin typeface="+mj-ea"/>
              <a:ea typeface="+mj-ea"/>
            </a:endParaRPr>
          </a:p>
          <a:p>
            <a:r>
              <a:rPr lang="zh-TW" altLang="en-US" sz="2000" dirty="0">
                <a:latin typeface="+mj-ea"/>
                <a:ea typeface="+mj-ea"/>
              </a:rPr>
              <a:t>券少</a:t>
            </a:r>
            <a:endParaRPr lang="en-US" altLang="zh-TW" sz="2000" dirty="0">
              <a:latin typeface="+mj-ea"/>
              <a:ea typeface="+mj-ea"/>
            </a:endParaRPr>
          </a:p>
          <a:p>
            <a:pPr lvl="1"/>
            <a:r>
              <a:rPr lang="en-US" altLang="zh-TW" sz="1600" dirty="0">
                <a:latin typeface="+mj-ea"/>
                <a:ea typeface="+mj-ea"/>
              </a:rPr>
              <a:t>6mth</a:t>
            </a:r>
            <a:r>
              <a:rPr lang="zh-TW" altLang="en-US" sz="1600" dirty="0">
                <a:latin typeface="+mj-ea"/>
                <a:ea typeface="+mj-ea"/>
              </a:rPr>
              <a:t>：</a:t>
            </a:r>
            <a:r>
              <a:rPr lang="en-US" altLang="zh-TW" sz="1600" dirty="0">
                <a:latin typeface="+mj-ea"/>
                <a:ea typeface="+mj-ea"/>
              </a:rPr>
              <a:t>3.58%</a:t>
            </a:r>
          </a:p>
          <a:p>
            <a:pPr lvl="1"/>
            <a:r>
              <a:rPr lang="en-US" altLang="zh-TW" sz="1600" dirty="0">
                <a:latin typeface="+mj-ea"/>
                <a:ea typeface="+mj-ea"/>
              </a:rPr>
              <a:t>1.5yr</a:t>
            </a:r>
            <a:r>
              <a:rPr lang="zh-TW" altLang="en-US" sz="1600" dirty="0">
                <a:latin typeface="+mj-ea"/>
                <a:ea typeface="+mj-ea"/>
              </a:rPr>
              <a:t>：</a:t>
            </a:r>
            <a:r>
              <a:rPr lang="en-US" altLang="zh-TW" sz="1600" dirty="0">
                <a:latin typeface="+mj-ea"/>
                <a:ea typeface="+mj-ea"/>
              </a:rPr>
              <a:t>3.32%</a:t>
            </a:r>
          </a:p>
          <a:p>
            <a:pPr lvl="1"/>
            <a:endParaRPr lang="en-US" altLang="zh-TW" sz="1600" dirty="0">
              <a:latin typeface="+mj-ea"/>
              <a:ea typeface="+mj-ea"/>
            </a:endParaRPr>
          </a:p>
          <a:p>
            <a:pPr lvl="1"/>
            <a:endParaRPr lang="en-US" altLang="zh-TW" sz="1600" dirty="0">
              <a:latin typeface="+mj-ea"/>
              <a:ea typeface="+mj-ea"/>
            </a:endParaRPr>
          </a:p>
          <a:p>
            <a:pPr marL="0" indent="0">
              <a:buNone/>
            </a:pPr>
            <a:endParaRPr lang="en-US" altLang="zh-TW" sz="1600" dirty="0">
              <a:latin typeface="+mj-ea"/>
              <a:ea typeface="+mj-ea"/>
            </a:endParaRPr>
          </a:p>
          <a:p>
            <a:endParaRPr lang="en-US" altLang="zh-TW" sz="2000" dirty="0"/>
          </a:p>
          <a:p>
            <a:endParaRPr lang="zh-TW" altLang="en-US" sz="2000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22D67C8-B625-4C24-B7C0-25DA8301D1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12975"/>
            <a:ext cx="9144000" cy="3645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0343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11188" y="188640"/>
            <a:ext cx="8075612" cy="719410"/>
          </a:xfrm>
        </p:spPr>
        <p:txBody>
          <a:bodyPr/>
          <a:lstStyle/>
          <a:p>
            <a:pPr marL="984250" indent="-984250"/>
            <a:r>
              <a:rPr lang="zh-TW" altLang="en-US" sz="2500" dirty="0"/>
              <a:t>預計未來半年錢多券少，台債操作上增持</a:t>
            </a:r>
            <a:r>
              <a:rPr lang="en-US" altLang="zh-TW" sz="2500" dirty="0"/>
              <a:t>20~30Y</a:t>
            </a:r>
            <a:r>
              <a:rPr lang="zh-TW" altLang="en-US" sz="2500" dirty="0"/>
              <a:t>長券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34194" y="1412776"/>
            <a:ext cx="8075612" cy="3168352"/>
          </a:xfrm>
        </p:spPr>
        <p:txBody>
          <a:bodyPr/>
          <a:lstStyle/>
          <a:p>
            <a:endParaRPr lang="zh-TW" altLang="zh-TW" sz="2000" dirty="0">
              <a:effectLst/>
              <a:latin typeface="+mj-ea"/>
              <a:ea typeface="+mj-ea"/>
              <a:cs typeface="新細明體" panose="02020500000000000000" charset="-120"/>
            </a:endParaRPr>
          </a:p>
          <a:p>
            <a:pPr marL="0" indent="0">
              <a:buNone/>
            </a:pPr>
            <a:endParaRPr lang="en-US" altLang="zh-TW" sz="2000" dirty="0"/>
          </a:p>
          <a:p>
            <a:endParaRPr lang="zh-TW" altLang="en-US" sz="2000" dirty="0"/>
          </a:p>
        </p:txBody>
      </p:sp>
      <p:sp>
        <p:nvSpPr>
          <p:cNvPr id="12" name="內容版面配置區 2"/>
          <p:cNvSpPr>
            <a:spLocks noGrp="1"/>
          </p:cNvSpPr>
          <p:nvPr/>
        </p:nvSpPr>
        <p:spPr>
          <a:xfrm>
            <a:off x="166147" y="1197422"/>
            <a:ext cx="8811706" cy="1223466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21" tIns="45710" rIns="91421" bIns="45710" numCol="1" anchor="t" anchorCtr="0" compatLnSpc="1"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3300"/>
              </a:buClr>
              <a:buFont typeface="Wingdings" panose="05000000000000000000" pitchFamily="2" charset="2"/>
              <a:buChar char="n"/>
              <a:defRPr kumimoji="1" sz="2400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3300"/>
              </a:buClr>
              <a:buFont typeface="Wingdings" panose="05000000000000000000" pitchFamily="2" charset="2"/>
              <a:buChar char="n"/>
              <a:defRPr kumimoji="1" sz="2000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3300"/>
              </a:buClr>
              <a:buFont typeface="Wingdings" panose="05000000000000000000" pitchFamily="2" charset="2"/>
              <a:buChar char="n"/>
              <a:defRPr kumimoji="1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新細明體" panose="02020500000000000000" charset="-120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新細明體" panose="02020500000000000000" charset="-120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新細明體" panose="02020500000000000000" charset="-120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新細明體" panose="02020500000000000000" charset="-120"/>
              </a:defRPr>
            </a:lvl9pPr>
          </a:lstStyle>
          <a:p>
            <a:r>
              <a:rPr lang="zh-TW" altLang="en-US" sz="2000" dirty="0">
                <a:latin typeface="+mj-ea"/>
                <a:ea typeface="+mj-ea"/>
              </a:rPr>
              <a:t>根據內外部環境，預估台灣央行無升息風險</a:t>
            </a:r>
            <a:endParaRPr lang="en-US" altLang="zh-TW" sz="2000" dirty="0">
              <a:latin typeface="+mj-ea"/>
              <a:ea typeface="+mj-ea"/>
            </a:endParaRPr>
          </a:p>
          <a:p>
            <a:pPr lvl="1"/>
            <a:r>
              <a:rPr lang="zh-TW" altLang="en-US" sz="1600" dirty="0">
                <a:latin typeface="+mj-ea"/>
                <a:ea typeface="+mj-ea"/>
              </a:rPr>
              <a:t>美國開啟新一輪降息：市場預期至</a:t>
            </a:r>
            <a:r>
              <a:rPr lang="en-US" altLang="zh-TW" sz="1600" dirty="0">
                <a:latin typeface="+mj-ea"/>
                <a:ea typeface="+mj-ea"/>
              </a:rPr>
              <a:t>2026</a:t>
            </a:r>
            <a:r>
              <a:rPr lang="zh-TW" altLang="en-US" sz="1600" dirty="0">
                <a:latin typeface="+mj-ea"/>
                <a:ea typeface="+mj-ea"/>
              </a:rPr>
              <a:t>年底再降</a:t>
            </a:r>
            <a:r>
              <a:rPr lang="en-US" altLang="zh-TW" sz="1600" dirty="0">
                <a:latin typeface="+mj-ea"/>
                <a:ea typeface="+mj-ea"/>
              </a:rPr>
              <a:t>4~5</a:t>
            </a:r>
            <a:r>
              <a:rPr lang="zh-TW" altLang="en-US" sz="1600" dirty="0">
                <a:latin typeface="+mj-ea"/>
                <a:ea typeface="+mj-ea"/>
              </a:rPr>
              <a:t>碼</a:t>
            </a:r>
            <a:endParaRPr lang="en-US" altLang="zh-TW" sz="2000" dirty="0">
              <a:latin typeface="+mj-ea"/>
              <a:ea typeface="+mj-ea"/>
            </a:endParaRPr>
          </a:p>
          <a:p>
            <a:pPr lvl="1"/>
            <a:endParaRPr lang="en-US" altLang="zh-TW" sz="1600" dirty="0">
              <a:latin typeface="+mj-ea"/>
              <a:ea typeface="+mj-ea"/>
            </a:endParaRPr>
          </a:p>
          <a:p>
            <a:pPr lvl="1"/>
            <a:r>
              <a:rPr lang="en-US" altLang="zh-TW" sz="1600" dirty="0">
                <a:latin typeface="+mj-ea"/>
                <a:ea typeface="+mj-ea"/>
              </a:rPr>
              <a:t>11/11</a:t>
            </a:r>
            <a:r>
              <a:rPr lang="zh-TW" altLang="en-US" sz="1600" dirty="0">
                <a:latin typeface="+mj-ea"/>
                <a:ea typeface="+mj-ea"/>
              </a:rPr>
              <a:t> </a:t>
            </a:r>
            <a:r>
              <a:rPr lang="en-US" altLang="zh-TW" sz="1600" dirty="0">
                <a:latin typeface="+mj-ea"/>
                <a:ea typeface="+mj-ea"/>
              </a:rPr>
              <a:t>30</a:t>
            </a:r>
            <a:r>
              <a:rPr lang="zh-TW" altLang="en-US" sz="1600" dirty="0">
                <a:latin typeface="+mj-ea"/>
                <a:ea typeface="+mj-ea"/>
              </a:rPr>
              <a:t>年券標售前後增持</a:t>
            </a:r>
            <a:r>
              <a:rPr lang="en-US" altLang="zh-TW" sz="1600" dirty="0">
                <a:latin typeface="+mj-ea"/>
                <a:ea typeface="+mj-ea"/>
              </a:rPr>
              <a:t>20~30Y</a:t>
            </a:r>
            <a:r>
              <a:rPr lang="zh-TW" altLang="en-US" sz="1600" dirty="0">
                <a:latin typeface="+mj-ea"/>
                <a:ea typeface="+mj-ea"/>
              </a:rPr>
              <a:t>長券</a:t>
            </a:r>
            <a:endParaRPr lang="en-US" altLang="zh-TW" sz="1600" dirty="0">
              <a:latin typeface="+mj-ea"/>
              <a:ea typeface="+mj-ea"/>
            </a:endParaRPr>
          </a:p>
          <a:p>
            <a:pPr marL="0" indent="0">
              <a:buNone/>
            </a:pPr>
            <a:endParaRPr lang="en-US" altLang="zh-TW" sz="1600" dirty="0">
              <a:latin typeface="+mj-ea"/>
              <a:ea typeface="+mj-ea"/>
            </a:endParaRPr>
          </a:p>
          <a:p>
            <a:endParaRPr lang="en-US" altLang="zh-TW" sz="2000" dirty="0"/>
          </a:p>
          <a:p>
            <a:endParaRPr lang="zh-TW" altLang="en-US" sz="2000" dirty="0"/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24264CFB-E36F-405E-BB26-28DFD460B736}"/>
              </a:ext>
            </a:extLst>
          </p:cNvPr>
          <p:cNvSpPr>
            <a:spLocks noGrp="1"/>
          </p:cNvSpPr>
          <p:nvPr/>
        </p:nvSpPr>
        <p:spPr>
          <a:xfrm>
            <a:off x="243141" y="2564234"/>
            <a:ext cx="8811706" cy="1223466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21" tIns="45710" rIns="91421" bIns="45710" numCol="1" anchor="t" anchorCtr="0" compatLnSpc="1"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3300"/>
              </a:buClr>
              <a:buFont typeface="Wingdings" panose="05000000000000000000" pitchFamily="2" charset="2"/>
              <a:buChar char="n"/>
              <a:defRPr kumimoji="1" sz="2400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3300"/>
              </a:buClr>
              <a:buFont typeface="Wingdings" panose="05000000000000000000" pitchFamily="2" charset="2"/>
              <a:buChar char="n"/>
              <a:defRPr kumimoji="1" sz="2000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3300"/>
              </a:buClr>
              <a:buFont typeface="Wingdings" panose="05000000000000000000" pitchFamily="2" charset="2"/>
              <a:buChar char="n"/>
              <a:defRPr kumimoji="1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新細明體" panose="02020500000000000000" charset="-120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新細明體" panose="02020500000000000000" charset="-120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新細明體" panose="02020500000000000000" charset="-120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新細明體" panose="02020500000000000000" charset="-120"/>
              </a:defRPr>
            </a:lvl9pPr>
          </a:lstStyle>
          <a:p>
            <a:endParaRPr lang="en-US" altLang="zh-TW" sz="2000" dirty="0">
              <a:latin typeface="+mj-ea"/>
              <a:ea typeface="+mj-ea"/>
            </a:endParaRPr>
          </a:p>
          <a:p>
            <a:pPr lvl="1"/>
            <a:endParaRPr lang="en-US" altLang="zh-TW" sz="1600" dirty="0">
              <a:latin typeface="+mj-ea"/>
              <a:ea typeface="+mj-ea"/>
            </a:endParaRPr>
          </a:p>
          <a:p>
            <a:pPr lvl="1"/>
            <a:endParaRPr lang="en-US" altLang="zh-TW" sz="1600" dirty="0">
              <a:latin typeface="+mj-ea"/>
              <a:ea typeface="+mj-ea"/>
            </a:endParaRPr>
          </a:p>
          <a:p>
            <a:pPr marL="0" indent="0">
              <a:buNone/>
            </a:pPr>
            <a:endParaRPr lang="en-US" altLang="zh-TW" sz="1600" dirty="0">
              <a:latin typeface="+mj-ea"/>
              <a:ea typeface="+mj-ea"/>
            </a:endParaRPr>
          </a:p>
          <a:p>
            <a:endParaRPr lang="en-US" altLang="zh-TW" sz="2000" dirty="0"/>
          </a:p>
          <a:p>
            <a:endParaRPr lang="zh-TW" altLang="en-US" sz="2000" dirty="0"/>
          </a:p>
        </p:txBody>
      </p:sp>
      <p:grpSp>
        <p:nvGrpSpPr>
          <p:cNvPr id="13" name="群組 12">
            <a:extLst>
              <a:ext uri="{FF2B5EF4-FFF2-40B4-BE49-F238E27FC236}">
                <a16:creationId xmlns:a16="http://schemas.microsoft.com/office/drawing/2014/main" id="{A4CE7F15-53F7-46D6-B097-10BF64E311E9}"/>
              </a:ext>
            </a:extLst>
          </p:cNvPr>
          <p:cNvGrpSpPr/>
          <p:nvPr/>
        </p:nvGrpSpPr>
        <p:grpSpPr>
          <a:xfrm>
            <a:off x="755576" y="2492896"/>
            <a:ext cx="6991350" cy="3657947"/>
            <a:chOff x="818059" y="2420888"/>
            <a:chExt cx="6991350" cy="3657947"/>
          </a:xfrm>
        </p:grpSpPr>
        <p:pic>
          <p:nvPicPr>
            <p:cNvPr id="5" name="圖片 4">
              <a:extLst>
                <a:ext uri="{FF2B5EF4-FFF2-40B4-BE49-F238E27FC236}">
                  <a16:creationId xmlns:a16="http://schemas.microsoft.com/office/drawing/2014/main" id="{1FCBBC56-E04A-4E20-8C5A-0CBA30E337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7584" y="2420888"/>
              <a:ext cx="6981825" cy="3095625"/>
            </a:xfrm>
            <a:prstGeom prst="rect">
              <a:avLst/>
            </a:prstGeom>
          </p:spPr>
        </p:pic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76524831-5133-4CA7-9DDC-3A28D720FCC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8059" y="5507335"/>
              <a:ext cx="6991350" cy="5715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8421792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105EFC9-357D-4B37-86EA-323CC09442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D227981-EF09-4107-8910-1C272ED907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315" y="1549399"/>
            <a:ext cx="8075612" cy="4929188"/>
          </a:xfrm>
        </p:spPr>
        <p:txBody>
          <a:bodyPr/>
          <a:lstStyle/>
          <a:p>
            <a:endParaRPr lang="zh-TW" altLang="en-US"/>
          </a:p>
        </p:txBody>
      </p:sp>
      <p:pic>
        <p:nvPicPr>
          <p:cNvPr id="1026" name="圖片 1">
            <a:extLst>
              <a:ext uri="{FF2B5EF4-FFF2-40B4-BE49-F238E27FC236}">
                <a16:creationId xmlns:a16="http://schemas.microsoft.com/office/drawing/2014/main" id="{F9C98A82-C260-45C9-B5CC-911B8B8C1E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2" y="357187"/>
            <a:ext cx="7629525" cy="6143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676241941"/>
      </p:ext>
    </p:extLst>
  </p:cSld>
  <p:clrMapOvr>
    <a:masterClrMapping/>
  </p:clrMapOvr>
</p:sld>
</file>

<file path=ppt/theme/theme1.xml><?xml version="1.0" encoding="utf-8"?>
<a:theme xmlns:a="http://schemas.openxmlformats.org/drawingml/2006/main" name="3_自訂設計">
  <a:themeElements>
    <a:clrScheme name="3_自訂設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3_自訂設計">
      <a:majorFont>
        <a:latin typeface="標楷體"/>
        <a:ea typeface="標楷體"/>
        <a:cs typeface=""/>
      </a:majorFont>
      <a:minorFont>
        <a:latin typeface="Arial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3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4_自訂設計">
  <a:themeElements>
    <a:clrScheme name="3_自訂設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3_自訂設計">
      <a:majorFont>
        <a:latin typeface="標楷體"/>
        <a:ea typeface="標楷體"/>
        <a:cs typeface=""/>
      </a:majorFont>
      <a:minorFont>
        <a:latin typeface="Arial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3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自訂設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6_自訂設計">
  <a:themeElements>
    <a:clrScheme name="3_自訂設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3_自訂設計">
      <a:majorFont>
        <a:latin typeface="標楷體"/>
        <a:ea typeface="標楷體"/>
        <a:cs typeface=""/>
      </a:majorFont>
      <a:minorFont>
        <a:latin typeface="Arial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3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1_自訂設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7_自訂設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dirty="0" smtClean="0">
            <a:latin typeface="+mn-lt"/>
            <a:ea typeface="+mn-ea"/>
          </a:defRPr>
        </a:defPPr>
      </a:lstStyle>
    </a:txDef>
  </a:objectDefaults>
  <a:extraClrSchemeLst>
    <a:extraClrScheme>
      <a:clrScheme name="3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5_自訂設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公正">
      <a:majorFont>
        <a:latin typeface="Franklin Gothic Book"/>
        <a:ea typeface=""/>
        <a:cs typeface=""/>
        <a:font script="Grek" typeface="Calibri"/>
        <a:font script="Cyrl" typeface="Calibri"/>
        <a:font script="Jpan" typeface="HGｺﾞｼｯｸM"/>
        <a:font script="Hang" typeface="바탕"/>
        <a:font script="Hans" typeface="幼圆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erpetua"/>
        <a:ea typeface=""/>
        <a:cs typeface=""/>
        <a:font script="Grek" typeface="Cambria"/>
        <a:font script="Cyrl" typeface="Cambria"/>
        <a:font script="Jpan" typeface="HG創英ﾌﾟﾚｾﾞﾝｽEB"/>
        <a:font script="Hang" typeface="맑은 고딕"/>
        <a:font script="Hans" typeface="宋体"/>
        <a:font script="Hant" typeface="新細明體"/>
        <a:font script="Arab" typeface="Times New Roman"/>
        <a:font script="Hebr" typeface="Aharoni"/>
        <a:font script="Thai" typeface="Eucrosia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triangle" w="med" len="med"/>
        </a:ln>
      </a:spPr>
      <a:bodyPr vert="horz" wrap="none" lIns="91440" tIns="45720" rIns="91440" bIns="45720" numCol="1" anchor="ctr" anchorCtr="0" compatLnSpc="1"/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defRPr kumimoji="1" lang="zh-TW" altLang="en-US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標楷體" panose="03000509000000000000" pitchFamily="65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triangle" w="med" len="med"/>
        </a:ln>
      </a:spPr>
      <a:bodyPr vert="horz" wrap="none" lIns="91440" tIns="45720" rIns="91440" bIns="45720" numCol="1" anchor="ctr" anchorCtr="0" compatLnSpc="1"/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defRPr kumimoji="1" lang="zh-TW" altLang="en-US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標楷體" panose="03000509000000000000" pitchFamily="65" charset="-120"/>
          </a:defRPr>
        </a:defPPr>
      </a:lstStyle>
    </a:lnDef>
    <a:txDef>
      <a:spPr bwMode="auto">
        <a:noFill/>
        <a:ln>
          <a:noFill/>
        </a:ln>
      </a:spPr>
      <a:bodyPr>
        <a:spAutoFit/>
      </a:bodyPr>
      <a:lstStyle>
        <a:defPPr algn="l" eaLnBrk="1" hangingPunct="1">
          <a:defRPr sz="1600" dirty="0"/>
        </a:defPPr>
      </a:lstStyle>
    </a:txDef>
  </a:objectDefaults>
  <a:extraClrSchemeLst>
    <a:extraClrScheme>
      <a:clrScheme name="3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8_自訂設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dirty="0" smtClean="0">
            <a:latin typeface="+mn-lt"/>
            <a:ea typeface="+mn-ea"/>
          </a:defRPr>
        </a:defPPr>
      </a:lstStyle>
    </a:txDef>
  </a:objectDefaults>
  <a:extraClrSchemeLst>
    <a:extraClrScheme>
      <a:clrScheme name="3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9_自訂設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dirty="0" smtClean="0">
            <a:latin typeface="+mn-lt"/>
            <a:ea typeface="+mn-ea"/>
          </a:defRPr>
        </a:defPPr>
      </a:lstStyle>
    </a:txDef>
  </a:objectDefaults>
  <a:extraClrSchemeLst>
    <a:extraClrScheme>
      <a:clrScheme name="3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10_自訂設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dirty="0" smtClean="0">
            <a:latin typeface="+mn-lt"/>
            <a:ea typeface="+mn-ea"/>
          </a:defRPr>
        </a:defPPr>
      </a:lstStyle>
    </a:txDef>
  </a:objectDefaults>
  <a:extraClrSchemeLst>
    <a:extraClrScheme>
      <a:clrScheme name="3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 name="11_自訂設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dirty="0" smtClean="0">
            <a:latin typeface="+mn-lt"/>
            <a:ea typeface="+mn-ea"/>
          </a:defRPr>
        </a:defPPr>
      </a:lstStyle>
    </a:txDef>
  </a:objectDefaults>
  <a:extraClrSchemeLst>
    <a:extraClrScheme>
      <a:clrScheme name="3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Office 佈景主題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3.xml><?xml version="1.0" encoding="utf-8"?>
<a:theme xmlns:a="http://schemas.openxmlformats.org/drawingml/2006/main" name="Office 佈景主題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1737</TotalTime>
  <Words>130</Words>
  <Application>Microsoft Office PowerPoint</Application>
  <PresentationFormat>如螢幕大小 (4:3)</PresentationFormat>
  <Paragraphs>24</Paragraphs>
  <Slides>3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11</vt:i4>
      </vt:variant>
      <vt:variant>
        <vt:lpstr>投影片標題</vt:lpstr>
      </vt:variant>
      <vt:variant>
        <vt:i4>3</vt:i4>
      </vt:variant>
    </vt:vector>
  </HeadingPairs>
  <TitlesOfParts>
    <vt:vector size="19" baseType="lpstr">
      <vt:lpstr>微軟正黑體</vt:lpstr>
      <vt:lpstr>標楷體</vt:lpstr>
      <vt:lpstr>Arial</vt:lpstr>
      <vt:lpstr>Calibri</vt:lpstr>
      <vt:lpstr>Wingdings</vt:lpstr>
      <vt:lpstr>3_自訂設計</vt:lpstr>
      <vt:lpstr>4_自訂設計</vt:lpstr>
      <vt:lpstr>自訂設計</vt:lpstr>
      <vt:lpstr>6_自訂設計</vt:lpstr>
      <vt:lpstr>1_自訂設計</vt:lpstr>
      <vt:lpstr>7_自訂設計</vt:lpstr>
      <vt:lpstr>5_自訂設計</vt:lpstr>
      <vt:lpstr>8_自訂設計</vt:lpstr>
      <vt:lpstr>9_自訂設計</vt:lpstr>
      <vt:lpstr>10_自訂設計</vt:lpstr>
      <vt:lpstr>11_自訂設計</vt:lpstr>
      <vt:lpstr>交易策略：USD SOFR IRS pay 6mth, rec 18mth</vt:lpstr>
      <vt:lpstr>預計未來半年錢多券少，台債操作上增持20~30Y長券</vt:lpstr>
      <vt:lpstr>PowerPoint 簡報</vt:lpstr>
    </vt:vector>
  </TitlesOfParts>
  <Company>tsb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投影片 1</dc:title>
  <dc:creator>870705</dc:creator>
  <cp:lastModifiedBy>王信閎</cp:lastModifiedBy>
  <cp:revision>6104</cp:revision>
  <cp:lastPrinted>2025-07-21T05:27:00Z</cp:lastPrinted>
  <dcterms:created xsi:type="dcterms:W3CDTF">2004-04-09T03:27:00Z</dcterms:created>
  <dcterms:modified xsi:type="dcterms:W3CDTF">2025-12-19T09:53:57Z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1028-10.8.0.6003</vt:lpwstr>
  </property>
</Properties>
</file>