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Masters/slideMaster7.xml" ContentType="application/vnd.openxmlformats-officedocument.presentationml.slideMaster+xml"/>
  <Override PartName="/ppt/slideMasters/slideMaster8.xml" ContentType="application/vnd.openxmlformats-officedocument.presentationml.slideMaster+xml"/>
  <Override PartName="/ppt/slideMasters/slideMaster9.xml" ContentType="application/vnd.openxmlformats-officedocument.presentationml.slideMaster+xml"/>
  <Override PartName="/ppt/slideMasters/slideMaster10.xml" ContentType="application/vnd.openxmlformats-officedocument.presentationml.slideMaster+xml"/>
  <Override PartName="/ppt/slideMasters/slideMaster1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theme/theme3.xml" ContentType="application/vnd.openxmlformats-officedocument.theme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theme/theme4.xml" ContentType="application/vnd.openxmlformats-officedocument.theme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theme/theme5.xml" ContentType="application/vnd.openxmlformats-officedocument.theme+xml"/>
  <Override PartName="/ppt/theme/theme6.xml" ContentType="application/vnd.openxmlformats-officedocument.theme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slideLayouts/slideLayout62.xml" ContentType="application/vnd.openxmlformats-officedocument.presentationml.slideLayout+xml"/>
  <Override PartName="/ppt/slideLayouts/slideLayout63.xml" ContentType="application/vnd.openxmlformats-officedocument.presentationml.slideLayout+xml"/>
  <Override PartName="/ppt/slideLayouts/slideLayout64.xml" ContentType="application/vnd.openxmlformats-officedocument.presentationml.slideLayout+xml"/>
  <Override PartName="/ppt/slideLayouts/slideLayout65.xml" ContentType="application/vnd.openxmlformats-officedocument.presentationml.slideLayout+xml"/>
  <Override PartName="/ppt/slideLayouts/slideLayout66.xml" ContentType="application/vnd.openxmlformats-officedocument.presentationml.slideLayout+xml"/>
  <Override PartName="/ppt/slideLayouts/slideLayout67.xml" ContentType="application/vnd.openxmlformats-officedocument.presentationml.slideLayout+xml"/>
  <Override PartName="/ppt/theme/theme7.xml" ContentType="application/vnd.openxmlformats-officedocument.theme+xml"/>
  <Override PartName="/ppt/theme/theme8.xml" ContentType="application/vnd.openxmlformats-officedocument.theme+xml"/>
  <Override PartName="/ppt/theme/theme9.xml" ContentType="application/vnd.openxmlformats-officedocument.theme+xml"/>
  <Override PartName="/ppt/theme/theme10.xml" ContentType="application/vnd.openxmlformats-officedocument.theme+xml"/>
  <Override PartName="/ppt/theme/theme11.xml" ContentType="application/vnd.openxmlformats-officedocument.theme+xml"/>
  <Override PartName="/ppt/theme/theme12.xml" ContentType="application/vnd.openxmlformats-officedocument.theme+xml"/>
  <Override PartName="/ppt/theme/theme13.xml" ContentType="application/vnd.openxmlformats-officedocument.them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>
  <p:sldMasterIdLst>
    <p:sldMasterId id="2147483648" r:id="rId1"/>
    <p:sldMasterId id="2147483660" r:id="rId2"/>
    <p:sldMasterId id="2147483672" r:id="rId3"/>
    <p:sldMasterId id="2147483684" r:id="rId4"/>
    <p:sldMasterId id="2147483696" r:id="rId5"/>
    <p:sldMasterId id="2147483708" r:id="rId6"/>
    <p:sldMasterId id="2147483709" r:id="rId7"/>
    <p:sldMasterId id="2147483722" r:id="rId8"/>
    <p:sldMasterId id="2147483723" r:id="rId9"/>
    <p:sldMasterId id="2147483724" r:id="rId10"/>
    <p:sldMasterId id="2147483725" r:id="rId11"/>
  </p:sldMasterIdLst>
  <p:notesMasterIdLst>
    <p:notesMasterId r:id="rId13"/>
  </p:notesMasterIdLst>
  <p:handoutMasterIdLst>
    <p:handoutMasterId r:id="rId14"/>
  </p:handoutMasterIdLst>
  <p:sldIdLst>
    <p:sldId id="3950" r:id="rId12"/>
  </p:sldIdLst>
  <p:sldSz cx="9144000" cy="6858000" type="screen4x3"/>
  <p:notesSz cx="6797675" cy="9926638"/>
  <p:defaultTextStyle>
    <a:defPPr>
      <a:defRPr lang="zh-TW"/>
    </a:defPPr>
    <a:lvl1pPr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panose="020B0604020202020204" pitchFamily="34" charset="0"/>
        <a:ea typeface="新細明體" panose="02020500000000000000" charset="-120"/>
        <a:cs typeface="+mn-cs"/>
      </a:defRPr>
    </a:lvl1pPr>
    <a:lvl2pPr marL="457200"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panose="020B0604020202020204" pitchFamily="34" charset="0"/>
        <a:ea typeface="新細明體" panose="02020500000000000000" charset="-120"/>
        <a:cs typeface="+mn-cs"/>
      </a:defRPr>
    </a:lvl2pPr>
    <a:lvl3pPr marL="914400"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panose="020B0604020202020204" pitchFamily="34" charset="0"/>
        <a:ea typeface="新細明體" panose="02020500000000000000" charset="-120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panose="020B0604020202020204" pitchFamily="34" charset="0"/>
        <a:ea typeface="新細明體" panose="02020500000000000000" charset="-120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panose="020B0604020202020204" pitchFamily="34" charset="0"/>
        <a:ea typeface="新細明體" panose="02020500000000000000" charset="-120"/>
        <a:cs typeface="+mn-cs"/>
      </a:defRPr>
    </a:lvl5pPr>
    <a:lvl6pPr marL="2286000" algn="l" defTabSz="914400" rtl="0" eaLnBrk="1" latinLnBrk="0" hangingPunct="1">
      <a:defRPr kumimoji="1" kern="1200">
        <a:solidFill>
          <a:schemeClr val="tx1"/>
        </a:solidFill>
        <a:latin typeface="Arial" panose="020B0604020202020204" pitchFamily="34" charset="0"/>
        <a:ea typeface="新細明體" panose="02020500000000000000" charset="-120"/>
        <a:cs typeface="+mn-cs"/>
      </a:defRPr>
    </a:lvl6pPr>
    <a:lvl7pPr marL="2743200" algn="l" defTabSz="914400" rtl="0" eaLnBrk="1" latinLnBrk="0" hangingPunct="1">
      <a:defRPr kumimoji="1" kern="1200">
        <a:solidFill>
          <a:schemeClr val="tx1"/>
        </a:solidFill>
        <a:latin typeface="Arial" panose="020B0604020202020204" pitchFamily="34" charset="0"/>
        <a:ea typeface="新細明體" panose="02020500000000000000" charset="-120"/>
        <a:cs typeface="+mn-cs"/>
      </a:defRPr>
    </a:lvl7pPr>
    <a:lvl8pPr marL="3200400" algn="l" defTabSz="914400" rtl="0" eaLnBrk="1" latinLnBrk="0" hangingPunct="1">
      <a:defRPr kumimoji="1" kern="1200">
        <a:solidFill>
          <a:schemeClr val="tx1"/>
        </a:solidFill>
        <a:latin typeface="Arial" panose="020B0604020202020204" pitchFamily="34" charset="0"/>
        <a:ea typeface="新細明體" panose="02020500000000000000" charset="-120"/>
        <a:cs typeface="+mn-cs"/>
      </a:defRPr>
    </a:lvl8pPr>
    <a:lvl9pPr marL="3657600" algn="l" defTabSz="914400" rtl="0" eaLnBrk="1" latinLnBrk="0" hangingPunct="1">
      <a:defRPr kumimoji="1" kern="1200">
        <a:solidFill>
          <a:schemeClr val="tx1"/>
        </a:solidFill>
        <a:latin typeface="Arial" panose="020B0604020202020204" pitchFamily="34" charset="0"/>
        <a:ea typeface="新細明體" panose="02020500000000000000" charset="-120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預設章節" id="{42AA3BAE-0B5A-4CF3-9EE5-B8ACC2ADE216}">
          <p14:sldIdLst>
            <p14:sldId id="3950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69">
          <p15:clr>
            <a:srgbClr val="A4A3A4"/>
          </p15:clr>
        </p15:guide>
        <p15:guide id="2" pos="2807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3140">
          <p15:clr>
            <a:srgbClr val="A4A3A4"/>
          </p15:clr>
        </p15:guide>
        <p15:guide id="2" pos="2087">
          <p15:clr>
            <a:srgbClr val="A4A3A4"/>
          </p15:clr>
        </p15:guide>
      </p15:notes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0" name="陳柏龍" initials="陳柏龍" lastIdx="2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showAnimation="0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0"/>
      </p:ext>
    </p:extLst>
  </p:showPr>
  <p:clrMru>
    <a:srgbClr val="111111"/>
    <a:srgbClr val="CC00CC"/>
    <a:srgbClr val="0000FF"/>
    <a:srgbClr val="FF3300"/>
    <a:srgbClr val="00FF00"/>
    <a:srgbClr val="3333FF"/>
    <a:srgbClr val="800000"/>
    <a:srgbClr val="4D4D4D"/>
    <a:srgbClr val="47474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352" autoAdjust="0"/>
    <p:restoredTop sz="96000" autoAdjust="0"/>
  </p:normalViewPr>
  <p:slideViewPr>
    <p:cSldViewPr>
      <p:cViewPr varScale="1">
        <p:scale>
          <a:sx n="109" d="100"/>
          <a:sy n="109" d="100"/>
        </p:scale>
        <p:origin x="1080" y="96"/>
      </p:cViewPr>
      <p:guideLst>
        <p:guide orient="horz" pos="2169"/>
        <p:guide pos="2807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>
      <p:cViewPr varScale="1">
        <p:scale>
          <a:sx n="74" d="100"/>
          <a:sy n="74" d="100"/>
        </p:scale>
        <p:origin x="-67" y="-158"/>
      </p:cViewPr>
      <p:guideLst>
        <p:guide orient="horz" pos="3140"/>
        <p:guide pos="2087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Master" Target="slideMasters/slideMaster8.xml"/><Relationship Id="rId13" Type="http://schemas.openxmlformats.org/officeDocument/2006/relationships/notesMaster" Target="notesMasters/notesMaster1.xml"/><Relationship Id="rId18" Type="http://schemas.openxmlformats.org/officeDocument/2006/relationships/theme" Target="theme/theme1.xml"/><Relationship Id="rId3" Type="http://schemas.openxmlformats.org/officeDocument/2006/relationships/slideMaster" Target="slideMasters/slideMaster3.xml"/><Relationship Id="rId7" Type="http://schemas.openxmlformats.org/officeDocument/2006/relationships/slideMaster" Target="slideMasters/slideMaster7.xml"/><Relationship Id="rId12" Type="http://schemas.openxmlformats.org/officeDocument/2006/relationships/slide" Target="slides/slide1.xml"/><Relationship Id="rId17" Type="http://schemas.openxmlformats.org/officeDocument/2006/relationships/viewProps" Target="viewProps.xml"/><Relationship Id="rId2" Type="http://schemas.openxmlformats.org/officeDocument/2006/relationships/slideMaster" Target="slideMasters/slideMaster2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Master" Target="slideMasters/slideMaster6.xml"/><Relationship Id="rId11" Type="http://schemas.openxmlformats.org/officeDocument/2006/relationships/slideMaster" Target="slideMasters/slideMaster11.xml"/><Relationship Id="rId5" Type="http://schemas.openxmlformats.org/officeDocument/2006/relationships/slideMaster" Target="slideMasters/slideMaster5.xml"/><Relationship Id="rId15" Type="http://schemas.openxmlformats.org/officeDocument/2006/relationships/commentAuthors" Target="commentAuthors.xml"/><Relationship Id="rId10" Type="http://schemas.openxmlformats.org/officeDocument/2006/relationships/slideMaster" Target="slideMasters/slideMaster10.xml"/><Relationship Id="rId19" Type="http://schemas.openxmlformats.org/officeDocument/2006/relationships/tableStyles" Target="tableStyles.xml"/><Relationship Id="rId4" Type="http://schemas.openxmlformats.org/officeDocument/2006/relationships/slideMaster" Target="slideMasters/slideMaster4.xml"/><Relationship Id="rId9" Type="http://schemas.openxmlformats.org/officeDocument/2006/relationships/slideMaster" Target="slideMasters/slideMaster9.xml"/><Relationship Id="rId14" Type="http://schemas.openxmlformats.org/officeDocument/2006/relationships/handoutMaster" Target="handoutMasters/handoutMaster1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user\Downloads\twd%202y%20irs.xlsx" TargetMode="External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TW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0" vertOverflow="ellipsis" vert="horz" wrap="square" anchor="ctr" anchorCtr="1"/>
          <a:lstStyle/>
          <a:p>
            <a:pPr defTabSz="914400">
              <a:defRPr lang="zh-TW" sz="1400" b="1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微軟正黑體" panose="020B0604030504040204" pitchFamily="34" charset="-120"/>
                <a:sym typeface="微軟正黑體" panose="020B0604030504040204" pitchFamily="34" charset="-120"/>
              </a:defRPr>
            </a:pPr>
            <a:r>
              <a:rPr lang="zh-TW" altLang="en-US" sz="1400" b="1">
                <a:latin typeface="微軟正黑體" panose="020B0604030504040204" pitchFamily="34" charset="-120"/>
                <a:ea typeface="微軟正黑體" panose="020B0604030504040204" pitchFamily="34" charset="-120"/>
                <a:cs typeface="微軟正黑體" panose="020B0604030504040204" pitchFamily="34" charset="-120"/>
                <a:sym typeface="微軟正黑體" panose="020B0604030504040204" pitchFamily="34" charset="-120"/>
              </a:rPr>
              <a:t>市場隱含今明兩年各升息約兩次半碼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0" vertOverflow="ellipsis" vert="horz" wrap="square" anchor="ctr" anchorCtr="1"/>
        <a:lstStyle/>
        <a:p>
          <a:pPr defTabSz="914400">
            <a:defRPr lang="zh-TW" sz="1400" b="1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微軟正黑體" panose="020B0604030504040204" pitchFamily="34" charset="-120"/>
              <a:ea typeface="微軟正黑體" panose="020B0604030504040204" pitchFamily="34" charset="-120"/>
              <a:cs typeface="微軟正黑體" panose="020B0604030504040204" pitchFamily="34" charset="-120"/>
              <a:sym typeface="微軟正黑體" panose="020B0604030504040204" pitchFamily="34" charset="-120"/>
            </a:defRPr>
          </a:pPr>
          <a:endParaRPr lang="zh-TW"/>
        </a:p>
      </c:txPr>
    </c:title>
    <c:autoTitleDeleted val="0"/>
    <c:plotArea>
      <c:layout/>
      <c:lineChart>
        <c:grouping val="standard"/>
        <c:varyColors val="0"/>
        <c:ser>
          <c:idx val="0"/>
          <c:order val="0"/>
          <c:spPr>
            <a:ln w="28575" cap="rnd">
              <a:solidFill>
                <a:schemeClr val="accent1"/>
              </a:solidFill>
              <a:round/>
            </a:ln>
            <a:effectLst/>
          </c:spPr>
          <c:marker>
            <c:symbol val="square"/>
            <c:size val="6"/>
            <c:spPr>
              <a:solidFill>
                <a:schemeClr val="accent1"/>
              </a:solidFill>
              <a:ln w="9525">
                <a:solidFill>
                  <a:schemeClr val="accent1"/>
                </a:solidFill>
              </a:ln>
              <a:effectLst/>
            </c:spPr>
          </c:marker>
          <c:dLbls>
            <c:dLbl>
              <c:idx val="1"/>
              <c:tx>
                <c:rich>
                  <a:bodyPr rot="0" spcFirstLastPara="0" vertOverflow="ellipsis" vert="horz" wrap="square" lIns="38100" tIns="19050" rIns="38100" bIns="19050" anchor="ctr" anchorCtr="1"/>
                  <a:lstStyle/>
                  <a:p>
                    <a:pPr defTabSz="914400">
                      <a:defRPr lang="zh-TW" sz="1200" b="1" i="0" u="none" strike="noStrike" kern="1200" baseline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  <a:sym typeface="Calibri" panose="020F0502020204030204" pitchFamily="34" charset="0"/>
                      </a:defRPr>
                    </a:pPr>
                    <a:r>
                      <a:rPr lang="en-US" altLang="zh-TW" sz="120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  <a:sym typeface="Calibri" panose="020F0502020204030204" pitchFamily="34" charset="0"/>
                      </a:rPr>
                      <a:t>1.74%</a:t>
                    </a:r>
                  </a:p>
                </c:rich>
              </c:tx>
              <c:spPr>
                <a:noFill/>
                <a:ln>
                  <a:noFill/>
                </a:ln>
                <a:effectLst/>
              </c:spPr>
              <c:txPr>
                <a:bodyPr rot="0" spcFirstLastPara="0" vertOverflow="ellipsis" vert="horz" wrap="square" lIns="38100" tIns="19050" rIns="38100" bIns="19050" anchor="ctr" anchorCtr="1"/>
                <a:lstStyle/>
                <a:p>
                  <a:pPr defTabSz="914400">
                    <a:defRPr lang="zh-TW" sz="1200" b="1" i="0" u="none" strike="noStrike" kern="1200" baseline="0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latin typeface="Calibri" panose="020F0502020204030204" pitchFamily="34" charset="0"/>
                      <a:ea typeface="Calibri" panose="020F0502020204030204" pitchFamily="34" charset="0"/>
                      <a:cs typeface="Calibri" panose="020F0502020204030204" pitchFamily="34" charset="0"/>
                      <a:sym typeface="Calibri" panose="020F0502020204030204" pitchFamily="34" charset="0"/>
                    </a:defRPr>
                  </a:pPr>
                  <a:endParaRPr lang="zh-TW"/>
                </a:p>
              </c:txPr>
              <c:dLblPos val="t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0-904F-4637-BF17-B2EB27BD7FFA}"/>
                </c:ext>
              </c:extLst>
            </c:dLbl>
            <c:dLbl>
              <c:idx val="2"/>
              <c:tx>
                <c:rich>
                  <a:bodyPr/>
                  <a:lstStyle/>
                  <a:p>
                    <a:r>
                      <a:rPr lang="en-US" altLang="zh-TW"/>
                      <a:t>1.83</a:t>
                    </a:r>
                    <a:endParaRPr lang="en-US" altLang="zh-TW" dirty="0"/>
                  </a:p>
                </c:rich>
              </c:tx>
              <c:dLblPos val="t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3-904F-4637-BF17-B2EB27BD7FFA}"/>
                </c:ext>
              </c:extLst>
            </c:dLbl>
            <c:dLbl>
              <c:idx val="7"/>
              <c:tx>
                <c:rich>
                  <a:bodyPr/>
                  <a:lstStyle/>
                  <a:p>
                    <a:r>
                      <a:rPr lang="en-US" altLang="zh-TW"/>
                      <a:t>2.21%</a:t>
                    </a:r>
                    <a:endParaRPr lang="en-US" altLang="zh-TW" dirty="0"/>
                  </a:p>
                </c:rich>
              </c:tx>
              <c:dLblPos val="t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2-904F-4637-BF17-B2EB27BD7FFA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zh-TW" sz="1200" b="1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  <a:sym typeface="Calibri" panose="020F0502020204030204" pitchFamily="34" charset="0"/>
                  </a:defRPr>
                </a:pPr>
                <a:endParaRPr lang="zh-TW"/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multiLvlStrRef>
              <c:f>'[twd 2y irs.xlsx]Table Data'!$D$3:$E$10</c:f>
              <c:multiLvlStrCache>
                <c:ptCount val="8"/>
                <c:lvl>
                  <c:pt idx="0">
                    <c:v>Q1</c:v>
                  </c:pt>
                  <c:pt idx="1">
                    <c:v>Q2</c:v>
                  </c:pt>
                  <c:pt idx="2">
                    <c:v>Q3</c:v>
                  </c:pt>
                  <c:pt idx="3">
                    <c:v>Q4</c:v>
                  </c:pt>
                  <c:pt idx="4">
                    <c:v>Q1</c:v>
                  </c:pt>
                  <c:pt idx="5">
                    <c:v>Q2</c:v>
                  </c:pt>
                  <c:pt idx="6">
                    <c:v>Q3</c:v>
                  </c:pt>
                  <c:pt idx="7">
                    <c:v>Q4</c:v>
                  </c:pt>
                </c:lvl>
                <c:lvl>
                  <c:pt idx="0">
                    <c:v>2026</c:v>
                  </c:pt>
                  <c:pt idx="4">
                    <c:v>2027</c:v>
                  </c:pt>
                </c:lvl>
              </c:multiLvlStrCache>
            </c:multiLvlStrRef>
          </c:cat>
          <c:val>
            <c:numRef>
              <c:f>'[twd 2y irs.xlsx]Table Data'!$F$3:$F$10</c:f>
              <c:numCache>
                <c:formatCode>0.000%</c:formatCode>
                <c:ptCount val="8"/>
                <c:pt idx="0">
                  <c:v>1.678E-2</c:v>
                </c:pt>
                <c:pt idx="1">
                  <c:v>1.7399999999999999E-2</c:v>
                </c:pt>
                <c:pt idx="2" formatCode="0.00%">
                  <c:v>1.84E-2</c:v>
                </c:pt>
                <c:pt idx="3" formatCode="0.00%">
                  <c:v>1.9099999999999999E-2</c:v>
                </c:pt>
                <c:pt idx="4" formatCode="0.00%">
                  <c:v>1.9769999999999999E-2</c:v>
                </c:pt>
                <c:pt idx="5" formatCode="0.00%">
                  <c:v>2.0500000000000001E-2</c:v>
                </c:pt>
                <c:pt idx="6" formatCode="0.00%">
                  <c:v>2.128E-2</c:v>
                </c:pt>
                <c:pt idx="7" formatCode="0.00%">
                  <c:v>2.1999999999999999E-2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904F-4637-BF17-B2EB27BD7FFA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marker val="1"/>
        <c:smooth val="0"/>
        <c:axId val="903886952"/>
        <c:axId val="796456255"/>
      </c:lineChart>
      <c:catAx>
        <c:axId val="903886952"/>
        <c:scaling>
          <c:orientation val="minMax"/>
        </c:scaling>
        <c:delete val="0"/>
        <c:axPos val="b"/>
        <c:numFmt formatCode="General" sourceLinked="0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0" vertOverflow="ellipsis" vert="horz" wrap="square" anchor="ctr" anchorCtr="1"/>
          <a:lstStyle/>
          <a:p>
            <a:pPr>
              <a:defRPr lang="zh-TW" sz="1000" b="1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 panose="020F0502020204030204" pitchFamily="34" charset="0"/>
              </a:defRPr>
            </a:pPr>
            <a:endParaRPr lang="zh-TW"/>
          </a:p>
        </c:txPr>
        <c:crossAx val="796456255"/>
        <c:crosses val="autoZero"/>
        <c:auto val="1"/>
        <c:lblAlgn val="ctr"/>
        <c:lblOffset val="100"/>
        <c:noMultiLvlLbl val="0"/>
      </c:catAx>
      <c:valAx>
        <c:axId val="796456255"/>
        <c:scaling>
          <c:orientation val="minMax"/>
          <c:min val="1.4999999999999999E-2"/>
        </c:scaling>
        <c:delete val="0"/>
        <c:axPos val="l"/>
        <c:numFmt formatCode="0.0%" sourceLinked="0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0" vertOverflow="ellipsis" vert="horz" wrap="square" anchor="ctr" anchorCtr="1"/>
          <a:lstStyle/>
          <a:p>
            <a:pPr>
              <a:defRPr lang="zh-TW" sz="1200" b="1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 panose="020F0502020204030204" pitchFamily="34" charset="0"/>
              </a:defRPr>
            </a:pPr>
            <a:endParaRPr lang="zh-TW"/>
          </a:p>
        </c:txPr>
        <c:crossAx val="903886952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</c:chart>
  <c:spPr>
    <a:solidFill>
      <a:schemeClr val="bg1"/>
    </a:solidFill>
    <a:ln w="9525" cap="flat" cmpd="sng" algn="ctr">
      <a:solidFill>
        <a:schemeClr val="tx1"/>
      </a:solidFill>
      <a:round/>
    </a:ln>
    <a:effectLst/>
  </c:spPr>
  <c:txPr>
    <a:bodyPr/>
    <a:lstStyle/>
    <a:p>
      <a:pPr>
        <a:defRPr lang="zh-TW"/>
      </a:pPr>
      <a:endParaRPr lang="zh-TW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1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6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1"/>
            <a:ext cx="2945976" cy="495001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2431" tIns="46215" rIns="92431" bIns="46215" numCol="1" anchor="t" anchorCtr="0" compatLnSpc="1"/>
          <a:lstStyle>
            <a:lvl1pPr defTabSz="923290">
              <a:defRPr sz="1300">
                <a:ea typeface="新細明體" panose="02020500000000000000" charset="-120"/>
              </a:defRPr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47107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851700" y="1"/>
            <a:ext cx="2945976" cy="495001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2431" tIns="46215" rIns="92431" bIns="46215" numCol="1" anchor="t" anchorCtr="0" compatLnSpc="1"/>
          <a:lstStyle>
            <a:lvl1pPr algn="r" defTabSz="923290">
              <a:defRPr sz="1300">
                <a:ea typeface="新細明體" panose="02020500000000000000" charset="-120"/>
              </a:defRPr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47108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9431640"/>
            <a:ext cx="2945976" cy="494999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2431" tIns="46215" rIns="92431" bIns="46215" numCol="1" anchor="b" anchorCtr="0" compatLnSpc="1"/>
          <a:lstStyle>
            <a:lvl1pPr defTabSz="923290">
              <a:defRPr sz="1300">
                <a:ea typeface="新細明體" panose="02020500000000000000" charset="-120"/>
              </a:defRPr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47109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851700" y="9431640"/>
            <a:ext cx="2945976" cy="494999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2431" tIns="46215" rIns="92431" bIns="46215" numCol="1" anchor="b" anchorCtr="0" compatLnSpc="1"/>
          <a:lstStyle>
            <a:lvl1pPr algn="r" defTabSz="923290">
              <a:defRPr sz="1300">
                <a:ea typeface="新細明體" panose="02020500000000000000" charset="-120"/>
              </a:defRPr>
            </a:lvl1pPr>
          </a:lstStyle>
          <a:p>
            <a:pPr>
              <a:defRPr/>
            </a:pPr>
            <a:fld id="{EA90D26C-E35A-450B-90C7-84C2B9602168}" type="slidenum">
              <a:rPr lang="en-US" altLang="zh-TW"/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1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1"/>
            <a:ext cx="2945976" cy="495001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2431" tIns="46215" rIns="92431" bIns="46215" numCol="1" anchor="t" anchorCtr="0" compatLnSpc="1"/>
          <a:lstStyle>
            <a:lvl1pPr defTabSz="923290">
              <a:defRPr sz="1300">
                <a:ea typeface="新細明體" panose="02020500000000000000" charset="-120"/>
              </a:defRPr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25603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50645" y="1"/>
            <a:ext cx="2945976" cy="495001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2431" tIns="46215" rIns="92431" bIns="46215" numCol="1" anchor="t" anchorCtr="0" compatLnSpc="1"/>
          <a:lstStyle>
            <a:lvl1pPr algn="r" defTabSz="923290">
              <a:defRPr sz="1300">
                <a:ea typeface="新細明體" panose="02020500000000000000" charset="-120"/>
              </a:defRPr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13316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919163" y="746125"/>
            <a:ext cx="4959350" cy="37211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</a:ln>
        </p:spPr>
      </p:sp>
      <p:sp>
        <p:nvSpPr>
          <p:cNvPr id="25605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80084" y="4714708"/>
            <a:ext cx="5437507" cy="44661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2431" tIns="46215" rIns="92431" bIns="46215" numCol="1" anchor="t" anchorCtr="0" compatLnSpc="1"/>
          <a:lstStyle/>
          <a:p>
            <a:pPr lvl="0"/>
            <a:r>
              <a:rPr lang="zh-TW" altLang="en-US" noProof="0"/>
              <a:t>按一下以編輯母片</a:t>
            </a:r>
          </a:p>
          <a:p>
            <a:pPr lvl="1"/>
            <a:r>
              <a:rPr lang="zh-TW" altLang="en-US" noProof="0"/>
              <a:t>第二層</a:t>
            </a:r>
          </a:p>
          <a:p>
            <a:pPr lvl="2"/>
            <a:r>
              <a:rPr lang="zh-TW" altLang="en-US" noProof="0"/>
              <a:t>第三層</a:t>
            </a:r>
          </a:p>
          <a:p>
            <a:pPr lvl="3"/>
            <a:r>
              <a:rPr lang="zh-TW" altLang="en-US" noProof="0"/>
              <a:t>第四層</a:t>
            </a:r>
          </a:p>
          <a:p>
            <a:pPr lvl="4"/>
            <a:r>
              <a:rPr lang="zh-TW" altLang="en-US" noProof="0"/>
              <a:t>第五層</a:t>
            </a:r>
          </a:p>
        </p:txBody>
      </p:sp>
      <p:sp>
        <p:nvSpPr>
          <p:cNvPr id="25606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9427200"/>
            <a:ext cx="2945976" cy="497221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2431" tIns="46215" rIns="92431" bIns="46215" numCol="1" anchor="b" anchorCtr="0" compatLnSpc="1"/>
          <a:lstStyle>
            <a:lvl1pPr defTabSz="923290">
              <a:defRPr sz="1300">
                <a:ea typeface="新細明體" panose="02020500000000000000" charset="-120"/>
              </a:defRPr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25607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50645" y="9427200"/>
            <a:ext cx="2945976" cy="497221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2431" tIns="46215" rIns="92431" bIns="46215" numCol="1" anchor="b" anchorCtr="0" compatLnSpc="1"/>
          <a:lstStyle>
            <a:lvl1pPr algn="r" defTabSz="923290">
              <a:defRPr sz="1300">
                <a:ea typeface="新細明體" panose="02020500000000000000" charset="-120"/>
              </a:defRPr>
            </a:lvl1pPr>
          </a:lstStyle>
          <a:p>
            <a:pPr>
              <a:defRPr/>
            </a:pPr>
            <a:fld id="{360372AD-F29F-4D0F-B513-7219CBDC5F6C}" type="slidenum">
              <a:rPr lang="en-US" altLang="zh-TW"/>
              <a:t>‹#›</a:t>
            </a:fld>
            <a:endParaRPr lang="en-US" altLang="zh-TW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Arial" panose="020B0604020202020204" pitchFamily="34" charset="0"/>
        <a:ea typeface="新細明體" panose="02020500000000000000" charset="-120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Arial" panose="020B0604020202020204" pitchFamily="34" charset="0"/>
        <a:ea typeface="新細明體" panose="02020500000000000000" charset="-120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Arial" panose="020B0604020202020204" pitchFamily="34" charset="0"/>
        <a:ea typeface="新細明體" panose="02020500000000000000" charset="-120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Arial" panose="020B0604020202020204" pitchFamily="34" charset="0"/>
        <a:ea typeface="新細明體" panose="02020500000000000000" charset="-120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Arial" panose="020B0604020202020204" pitchFamily="34" charset="0"/>
        <a:ea typeface="新細明體" panose="02020500000000000000" charset="-120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5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5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5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6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6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6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6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6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6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6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6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zh-TW" altLang="en-US"/>
              <a:t>按一下以編輯母片副標題樣式</a:t>
            </a:r>
          </a:p>
        </p:txBody>
      </p:sp>
      <p:sp>
        <p:nvSpPr>
          <p:cNvPr id="4" name="Rectangle 3"/>
          <p:cNvSpPr>
            <a:spLocks noGrp="1" noChangeArrowheads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5A91DC3-1E7A-4B25-8F56-B5B9998B32DD}" type="slidenum">
              <a:rPr lang="zh-TW" altLang="en-US"/>
              <a:t>‹#›</a:t>
            </a:fld>
            <a:endParaRPr lang="en-US" altLang="zh-TW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Rectangle 3"/>
          <p:cNvSpPr>
            <a:spLocks noGrp="1" noChangeArrowheads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3824797-BBCB-46D5-B74F-32D725404A6B}" type="slidenum">
              <a:rPr lang="zh-TW" altLang="en-US"/>
              <a:t>‹#›</a:t>
            </a:fld>
            <a:endParaRPr lang="en-US" altLang="zh-TW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Rectangle 3"/>
          <p:cNvSpPr>
            <a:spLocks noGrp="1" noChangeArrowheads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13CE306-2D5A-4AB4-AC5D-5D21E1944430}" type="slidenum">
              <a:rPr lang="zh-TW" altLang="en-US"/>
              <a:t>‹#›</a:t>
            </a:fld>
            <a:endParaRPr lang="en-US" altLang="zh-TW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sz="half" idx="1"/>
          </p:nvPr>
        </p:nvSpPr>
        <p:spPr>
          <a:xfrm>
            <a:off x="611188" y="1196975"/>
            <a:ext cx="3960812" cy="4929188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4724400" y="1196975"/>
            <a:ext cx="3962400" cy="4929188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Rectangle 3"/>
          <p:cNvSpPr>
            <a:spLocks noGrp="1" noChangeArrowheads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49D7BD4-4153-4232-9FDF-0A95D9B5C8DE}" type="slidenum">
              <a:rPr lang="zh-TW" altLang="en-US"/>
              <a:t>‹#›</a:t>
            </a:fld>
            <a:endParaRPr lang="en-US" altLang="zh-TW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文字版面配置區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6" name="內容版面配置區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7" name="Rectangle 3"/>
          <p:cNvSpPr>
            <a:spLocks noGrp="1" noChangeArrowheads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6BE1F83-3BEF-49AC-ABC8-8C6E80176E9C}" type="slidenum">
              <a:rPr lang="zh-TW" altLang="en-US"/>
              <a:t>‹#›</a:t>
            </a:fld>
            <a:endParaRPr lang="en-US" altLang="zh-TW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Rectangle 3"/>
          <p:cNvSpPr>
            <a:spLocks noGrp="1" noChangeArrowheads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D852E88-0254-4B19-81B3-E8664451FBCF}" type="slidenum">
              <a:rPr lang="zh-TW" altLang="en-US"/>
              <a:t>‹#›</a:t>
            </a:fld>
            <a:endParaRPr lang="en-US" altLang="zh-TW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3"/>
          <p:cNvSpPr>
            <a:spLocks noGrp="1" noChangeArrowheads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71697D7-8013-4975-95E3-48F7F3F7499B}" type="slidenum">
              <a:rPr lang="zh-TW" altLang="en-US"/>
              <a:t>‹#›</a:t>
            </a:fld>
            <a:endParaRPr lang="en-US" altLang="zh-TW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Rectangle 3"/>
          <p:cNvSpPr>
            <a:spLocks noGrp="1" noChangeArrowheads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FEA8A6C-E419-4A2D-A59F-0183255F70EA}" type="slidenum">
              <a:rPr lang="zh-TW" altLang="en-US"/>
              <a:t>‹#›</a:t>
            </a:fld>
            <a:endParaRPr lang="en-US" altLang="zh-TW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圖片版面配置區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TW" altLang="en-US" noProof="0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Rectangle 3"/>
          <p:cNvSpPr>
            <a:spLocks noGrp="1" noChangeArrowheads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A8F0E97-51B7-4FFA-9BFC-ED098C10D8ED}" type="slidenum">
              <a:rPr lang="zh-TW" altLang="en-US"/>
              <a:t>‹#›</a:t>
            </a:fld>
            <a:endParaRPr lang="en-US" altLang="zh-TW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Rectangle 3"/>
          <p:cNvSpPr>
            <a:spLocks noGrp="1" noChangeArrowheads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DC0AC26-B1DC-4AE7-A939-642DE9D4B085}" type="slidenum">
              <a:rPr lang="zh-TW" altLang="en-US"/>
              <a:t>‹#›</a:t>
            </a:fld>
            <a:endParaRPr lang="en-US" altLang="zh-TW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/>
          <p:cNvSpPr>
            <a:spLocks noGrp="1"/>
          </p:cNvSpPr>
          <p:nvPr>
            <p:ph type="title" orient="vert"/>
          </p:nvPr>
        </p:nvSpPr>
        <p:spPr>
          <a:xfrm>
            <a:off x="6669088" y="274638"/>
            <a:ext cx="2017712" cy="5851525"/>
          </a:xfrm>
        </p:spPr>
        <p:txBody>
          <a:bodyPr vert="eaVert"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>
          <a:xfrm>
            <a:off x="611188" y="274638"/>
            <a:ext cx="5905500" cy="5851525"/>
          </a:xfrm>
        </p:spPr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Rectangle 3"/>
          <p:cNvSpPr>
            <a:spLocks noGrp="1" noChangeArrowheads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BBDB87F-1281-41B6-A636-95C78B523A08}" type="slidenum">
              <a:rPr lang="zh-TW" altLang="en-US"/>
              <a:t>‹#›</a:t>
            </a:fld>
            <a:endParaRPr lang="en-US" altLang="zh-TW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zh-TW" altLang="en-US"/>
              <a:t>按一下以編輯母片副標題樣式</a:t>
            </a:r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3795C5F3-99EF-4E92-8313-B7FF534E2851}" type="slidenum">
              <a:rPr lang="zh-TW" altLang="en-US">
                <a:solidFill>
                  <a:srgbClr val="000000"/>
                </a:solidFill>
              </a:rPr>
              <a:t>‹#›</a:t>
            </a:fld>
            <a:endParaRPr lang="en-US" altLang="zh-TW">
              <a:solidFill>
                <a:srgbClr val="000000"/>
              </a:solidFill>
            </a:endParaRP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779C1600-8D42-4597-8CA4-003D095EE285}" type="slidenum">
              <a:rPr lang="zh-TW" altLang="en-US">
                <a:solidFill>
                  <a:srgbClr val="000000"/>
                </a:solidFill>
              </a:rPr>
              <a:t>‹#›</a:t>
            </a:fld>
            <a:endParaRPr lang="en-US" altLang="zh-TW">
              <a:solidFill>
                <a:srgbClr val="000000"/>
              </a:solidFill>
            </a:endParaRP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88B98E4D-4090-4CC7-9045-046950355E56}" type="slidenum">
              <a:rPr lang="zh-TW" altLang="en-US">
                <a:solidFill>
                  <a:srgbClr val="000000"/>
                </a:solidFill>
              </a:rPr>
              <a:t>‹#›</a:t>
            </a:fld>
            <a:endParaRPr lang="en-US" altLang="zh-TW">
              <a:solidFill>
                <a:srgbClr val="000000"/>
              </a:solidFill>
            </a:endParaRPr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sz="half" idx="1"/>
          </p:nvPr>
        </p:nvSpPr>
        <p:spPr>
          <a:xfrm>
            <a:off x="611188" y="1196975"/>
            <a:ext cx="3960812" cy="4929188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4724400" y="1196975"/>
            <a:ext cx="3962400" cy="4929188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 dirty="0"/>
              <a:t>按一下以編輯母片文字樣式</a:t>
            </a:r>
          </a:p>
          <a:p>
            <a:pPr lvl="1"/>
            <a:r>
              <a:rPr lang="zh-TW" altLang="en-US" dirty="0"/>
              <a:t>第二層</a:t>
            </a:r>
          </a:p>
          <a:p>
            <a:pPr lvl="2"/>
            <a:r>
              <a:rPr lang="zh-TW" altLang="en-US" dirty="0"/>
              <a:t>第三層</a:t>
            </a:r>
          </a:p>
          <a:p>
            <a:pPr lvl="3"/>
            <a:r>
              <a:rPr lang="zh-TW" altLang="en-US" dirty="0"/>
              <a:t>第四層</a:t>
            </a:r>
          </a:p>
          <a:p>
            <a:pPr lvl="4"/>
            <a:r>
              <a:rPr lang="zh-TW" altLang="en-US" dirty="0"/>
              <a:t>第五層</a:t>
            </a:r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585D5151-29A4-4CB4-A045-9F637401C9A8}" type="slidenum">
              <a:rPr lang="zh-TW" altLang="en-US">
                <a:solidFill>
                  <a:srgbClr val="000000"/>
                </a:solidFill>
              </a:rPr>
              <a:t>‹#›</a:t>
            </a:fld>
            <a:endParaRPr lang="en-US" altLang="zh-TW" dirty="0">
              <a:solidFill>
                <a:srgbClr val="000000"/>
              </a:solidFill>
            </a:endParaRPr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文字版面配置區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6" name="內容版面配置區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6E6E22A7-EF76-4CC0-B8E4-4EB561235ED1}" type="slidenum">
              <a:rPr lang="zh-TW" altLang="en-US">
                <a:solidFill>
                  <a:srgbClr val="000000"/>
                </a:solidFill>
              </a:rPr>
              <a:t>‹#›</a:t>
            </a:fld>
            <a:endParaRPr lang="en-US" altLang="zh-TW">
              <a:solidFill>
                <a:srgbClr val="000000"/>
              </a:solidFill>
            </a:endParaRPr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投影片編號版面配置區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BADBB88C-6F0D-489F-9196-70DAAEBD32E3}" type="slidenum">
              <a:rPr lang="zh-TW" altLang="en-US">
                <a:solidFill>
                  <a:srgbClr val="000000"/>
                </a:solidFill>
              </a:rPr>
              <a:t>‹#›</a:t>
            </a:fld>
            <a:endParaRPr lang="en-US" altLang="zh-TW">
              <a:solidFill>
                <a:srgbClr val="000000"/>
              </a:solidFill>
            </a:endParaRPr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編號版面配置區 1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CA33A2C2-189D-4B97-A621-9D17102788CA}" type="slidenum">
              <a:rPr lang="zh-TW" altLang="en-US">
                <a:solidFill>
                  <a:srgbClr val="000000"/>
                </a:solidFill>
              </a:rPr>
              <a:t>‹#›</a:t>
            </a:fld>
            <a:endParaRPr lang="en-US" altLang="zh-TW">
              <a:solidFill>
                <a:srgbClr val="000000"/>
              </a:solidFill>
            </a:endParaRPr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 dirty="0"/>
              <a:t>按一下以編輯母片文字樣式</a:t>
            </a:r>
          </a:p>
          <a:p>
            <a:pPr lvl="1"/>
            <a:r>
              <a:rPr lang="zh-TW" altLang="en-US" dirty="0"/>
              <a:t>第二層</a:t>
            </a:r>
          </a:p>
          <a:p>
            <a:pPr lvl="2"/>
            <a:r>
              <a:rPr lang="zh-TW" altLang="en-US" dirty="0"/>
              <a:t>第三層</a:t>
            </a:r>
          </a:p>
          <a:p>
            <a:pPr lvl="3"/>
            <a:r>
              <a:rPr lang="zh-TW" altLang="en-US" dirty="0"/>
              <a:t>第四層</a:t>
            </a:r>
          </a:p>
          <a:p>
            <a:pPr lvl="4"/>
            <a:r>
              <a:rPr lang="zh-TW" altLang="en-US" dirty="0"/>
              <a:t>第五層</a:t>
            </a:r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58DDDBE6-A36A-4B7F-BE7F-AF040721802B}" type="slidenum">
              <a:rPr lang="zh-TW" altLang="en-US">
                <a:solidFill>
                  <a:srgbClr val="000000"/>
                </a:solidFill>
              </a:rPr>
              <a:t>‹#›</a:t>
            </a:fld>
            <a:endParaRPr lang="en-US" altLang="zh-TW">
              <a:solidFill>
                <a:srgbClr val="000000"/>
              </a:solidFill>
            </a:endParaRPr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圖片版面配置區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TW" altLang="en-US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3EC80421-F154-4EB7-BAB9-B8AC9CBEFC83}" type="slidenum">
              <a:rPr lang="zh-TW" altLang="en-US">
                <a:solidFill>
                  <a:srgbClr val="000000"/>
                </a:solidFill>
              </a:rPr>
              <a:t>‹#›</a:t>
            </a:fld>
            <a:endParaRPr lang="en-US" altLang="zh-TW">
              <a:solidFill>
                <a:srgbClr val="000000"/>
              </a:solidFill>
            </a:endParaRPr>
          </a:p>
        </p:txBody>
      </p:sp>
      <p:sp>
        <p:nvSpPr>
          <p:cNvPr id="6" name="標題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73B3FE45-7674-409D-812E-F0930564FA98}" type="slidenum">
              <a:rPr lang="zh-TW" altLang="en-US">
                <a:solidFill>
                  <a:srgbClr val="000000"/>
                </a:solidFill>
              </a:rPr>
              <a:t>‹#›</a:t>
            </a:fld>
            <a:endParaRPr lang="en-US" altLang="zh-TW">
              <a:solidFill>
                <a:srgbClr val="000000"/>
              </a:solidFill>
            </a:endParaRPr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/>
          <p:cNvSpPr>
            <a:spLocks noGrp="1"/>
          </p:cNvSpPr>
          <p:nvPr>
            <p:ph type="title" orient="vert"/>
          </p:nvPr>
        </p:nvSpPr>
        <p:spPr>
          <a:xfrm>
            <a:off x="6669088" y="274638"/>
            <a:ext cx="2017712" cy="5851525"/>
          </a:xfrm>
        </p:spPr>
        <p:txBody>
          <a:bodyPr vert="eaVert"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>
          <a:xfrm>
            <a:off x="611188" y="274638"/>
            <a:ext cx="5905500" cy="5851525"/>
          </a:xfrm>
        </p:spPr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31F0156B-8B8C-4EE1-A506-9984D200E04F}" type="slidenum">
              <a:rPr lang="zh-TW" altLang="en-US">
                <a:solidFill>
                  <a:srgbClr val="000000"/>
                </a:solidFill>
              </a:rPr>
              <a:t>‹#›</a:t>
            </a:fld>
            <a:endParaRPr lang="en-US" altLang="zh-TW">
              <a:solidFill>
                <a:srgbClr val="000000"/>
              </a:solidFill>
            </a:endParaRPr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TW" altLang="en-US"/>
              <a:t>按一下以編輯母片副標題樣式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8997FB-EFBE-4ED6-A43F-DDA1512FD57C}" type="datetimeFigureOut">
              <a:rPr lang="zh-TW" altLang="en-US" smtClean="0"/>
              <a:t>2026/4/30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C0E97A-62D1-41C7-936F-199E295F9AB2}" type="slidenum">
              <a:rPr lang="zh-TW" altLang="en-US" smtClean="0"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8997FB-EFBE-4ED6-A43F-DDA1512FD57C}" type="datetimeFigureOut">
              <a:rPr lang="zh-TW" altLang="en-US" smtClean="0"/>
              <a:t>2026/4/30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C0E97A-62D1-41C7-936F-199E295F9AB2}" type="slidenum">
              <a:rPr lang="zh-TW" altLang="en-US" smtClean="0"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8997FB-EFBE-4ED6-A43F-DDA1512FD57C}" type="datetimeFigureOut">
              <a:rPr lang="zh-TW" altLang="en-US" smtClean="0"/>
              <a:t>2026/4/30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C0E97A-62D1-41C7-936F-199E295F9AB2}" type="slidenum">
              <a:rPr lang="zh-TW" altLang="en-US" smtClean="0"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8997FB-EFBE-4ED6-A43F-DDA1512FD57C}" type="datetimeFigureOut">
              <a:rPr lang="zh-TW" altLang="en-US" smtClean="0"/>
              <a:t>2026/4/30</a:t>
            </a:fld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C0E97A-62D1-41C7-936F-199E295F9AB2}" type="slidenum">
              <a:rPr lang="zh-TW" altLang="en-US" smtClean="0"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文字版面配置區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6" name="內容版面配置區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7" name="日期版面配置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8997FB-EFBE-4ED6-A43F-DDA1512FD57C}" type="datetimeFigureOut">
              <a:rPr lang="zh-TW" altLang="en-US" smtClean="0"/>
              <a:t>2026/4/30</a:t>
            </a:fld>
            <a:endParaRPr lang="zh-TW" altLang="en-US"/>
          </a:p>
        </p:txBody>
      </p:sp>
      <p:sp>
        <p:nvSpPr>
          <p:cNvPr id="8" name="頁尾版面配置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9" name="投影片編號版面配置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C0E97A-62D1-41C7-936F-199E295F9AB2}" type="slidenum">
              <a:rPr lang="zh-TW" altLang="en-US" smtClean="0"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日期版面配置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8997FB-EFBE-4ED6-A43F-DDA1512FD57C}" type="datetimeFigureOut">
              <a:rPr lang="zh-TW" altLang="en-US" smtClean="0"/>
              <a:t>2026/4/30</a:t>
            </a:fld>
            <a:endParaRPr lang="zh-TW" altLang="en-US"/>
          </a:p>
        </p:txBody>
      </p:sp>
      <p:sp>
        <p:nvSpPr>
          <p:cNvPr id="4" name="頁尾版面配置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C0E97A-62D1-41C7-936F-199E295F9AB2}" type="slidenum">
              <a:rPr lang="zh-TW" altLang="en-US" smtClean="0"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8997FB-EFBE-4ED6-A43F-DDA1512FD57C}" type="datetimeFigureOut">
              <a:rPr lang="zh-TW" altLang="en-US" smtClean="0"/>
              <a:t>2026/4/30</a:t>
            </a:fld>
            <a:endParaRPr lang="zh-TW" altLang="en-US"/>
          </a:p>
        </p:txBody>
      </p:sp>
      <p:sp>
        <p:nvSpPr>
          <p:cNvPr id="3" name="頁尾版面配置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C0E97A-62D1-41C7-936F-199E295F9AB2}" type="slidenum">
              <a:rPr lang="zh-TW" altLang="en-US" smtClean="0"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8997FB-EFBE-4ED6-A43F-DDA1512FD57C}" type="datetimeFigureOut">
              <a:rPr lang="zh-TW" altLang="en-US" smtClean="0"/>
              <a:t>2026/4/30</a:t>
            </a:fld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C0E97A-62D1-41C7-936F-199E295F9AB2}" type="slidenum">
              <a:rPr lang="zh-TW" altLang="en-US" smtClean="0"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圖片版面配置區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TW" altLang="en-US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8997FB-EFBE-4ED6-A43F-DDA1512FD57C}" type="datetimeFigureOut">
              <a:rPr lang="zh-TW" altLang="en-US" smtClean="0"/>
              <a:t>2026/4/30</a:t>
            </a:fld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C0E97A-62D1-41C7-936F-199E295F9AB2}" type="slidenum">
              <a:rPr lang="zh-TW" altLang="en-US" smtClean="0"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8997FB-EFBE-4ED6-A43F-DDA1512FD57C}" type="datetimeFigureOut">
              <a:rPr lang="zh-TW" altLang="en-US" smtClean="0"/>
              <a:t>2026/4/30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C0E97A-62D1-41C7-936F-199E295F9AB2}" type="slidenum">
              <a:rPr lang="zh-TW" altLang="en-US" smtClean="0"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8997FB-EFBE-4ED6-A43F-DDA1512FD57C}" type="datetimeFigureOut">
              <a:rPr lang="zh-TW" altLang="en-US" smtClean="0"/>
              <a:t>2026/4/30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C0E97A-62D1-41C7-936F-199E295F9AB2}" type="slidenum">
              <a:rPr lang="zh-TW" altLang="en-US" smtClean="0"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zh-TW" altLang="en-US"/>
              <a:t>按一下以編輯母片副標題樣式</a:t>
            </a:r>
          </a:p>
        </p:txBody>
      </p:sp>
      <p:sp>
        <p:nvSpPr>
          <p:cNvPr id="4" name="Rectangle 3"/>
          <p:cNvSpPr>
            <a:spLocks noGrp="1" noChangeArrowheads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5A91DC3-1E7A-4B25-8F56-B5B9998B32DD}" type="slidenum">
              <a:rPr lang="zh-TW" altLang="en-US">
                <a:solidFill>
                  <a:srgbClr val="000000"/>
                </a:solidFill>
              </a:rPr>
              <a:t>‹#›</a:t>
            </a:fld>
            <a:endParaRPr lang="en-US" altLang="zh-TW">
              <a:solidFill>
                <a:srgbClr val="000000"/>
              </a:solidFill>
            </a:endParaRPr>
          </a:p>
        </p:txBody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Rectangle 3"/>
          <p:cNvSpPr>
            <a:spLocks noGrp="1" noChangeArrowheads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3824797-BBCB-46D5-B74F-32D725404A6B}" type="slidenum">
              <a:rPr lang="zh-TW" altLang="en-US">
                <a:solidFill>
                  <a:srgbClr val="000000"/>
                </a:solidFill>
              </a:rPr>
              <a:t>‹#›</a:t>
            </a:fld>
            <a:endParaRPr lang="en-US" altLang="zh-TW">
              <a:solidFill>
                <a:srgbClr val="000000"/>
              </a:solidFill>
            </a:endParaRPr>
          </a:p>
        </p:txBody>
      </p: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Rectangle 3"/>
          <p:cNvSpPr>
            <a:spLocks noGrp="1" noChangeArrowheads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13CE306-2D5A-4AB4-AC5D-5D21E1944430}" type="slidenum">
              <a:rPr lang="zh-TW" altLang="en-US">
                <a:solidFill>
                  <a:srgbClr val="000000"/>
                </a:solidFill>
              </a:rPr>
              <a:t>‹#›</a:t>
            </a:fld>
            <a:endParaRPr lang="en-US" altLang="zh-TW">
              <a:solidFill>
                <a:srgbClr val="000000"/>
              </a:solidFill>
            </a:endParaRPr>
          </a:p>
        </p:txBody>
      </p:sp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sz="half" idx="1"/>
          </p:nvPr>
        </p:nvSpPr>
        <p:spPr>
          <a:xfrm>
            <a:off x="611188" y="1196975"/>
            <a:ext cx="3960812" cy="4929188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4724400" y="1196975"/>
            <a:ext cx="3962400" cy="4929188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Rectangle 3"/>
          <p:cNvSpPr>
            <a:spLocks noGrp="1" noChangeArrowheads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49D7BD4-4153-4232-9FDF-0A95D9B5C8DE}" type="slidenum">
              <a:rPr lang="zh-TW" altLang="en-US">
                <a:solidFill>
                  <a:srgbClr val="000000"/>
                </a:solidFill>
              </a:rPr>
              <a:t>‹#›</a:t>
            </a:fld>
            <a:endParaRPr lang="en-US" altLang="zh-TW">
              <a:solidFill>
                <a:srgbClr val="000000"/>
              </a:solidFill>
            </a:endParaRPr>
          </a:p>
        </p:txBody>
      </p:sp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文字版面配置區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6" name="內容版面配置區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7" name="Rectangle 3"/>
          <p:cNvSpPr>
            <a:spLocks noGrp="1" noChangeArrowheads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6BE1F83-3BEF-49AC-ABC8-8C6E80176E9C}" type="slidenum">
              <a:rPr lang="zh-TW" altLang="en-US">
                <a:solidFill>
                  <a:srgbClr val="000000"/>
                </a:solidFill>
              </a:rPr>
              <a:t>‹#›</a:t>
            </a:fld>
            <a:endParaRPr lang="en-US" altLang="zh-TW">
              <a:solidFill>
                <a:srgbClr val="000000"/>
              </a:solidFill>
            </a:endParaRPr>
          </a:p>
        </p:txBody>
      </p:sp>
    </p:spTree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Rectangle 3"/>
          <p:cNvSpPr>
            <a:spLocks noGrp="1" noChangeArrowheads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D852E88-0254-4B19-81B3-E8664451FBCF}" type="slidenum">
              <a:rPr lang="zh-TW" altLang="en-US">
                <a:solidFill>
                  <a:srgbClr val="000000"/>
                </a:solidFill>
              </a:rPr>
              <a:t>‹#›</a:t>
            </a:fld>
            <a:endParaRPr lang="en-US" altLang="zh-TW">
              <a:solidFill>
                <a:srgbClr val="000000"/>
              </a:solidFill>
            </a:endParaRPr>
          </a:p>
        </p:txBody>
      </p:sp>
    </p:spTree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3"/>
          <p:cNvSpPr>
            <a:spLocks noGrp="1" noChangeArrowheads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71697D7-8013-4975-95E3-48F7F3F7499B}" type="slidenum">
              <a:rPr lang="zh-TW" altLang="en-US">
                <a:solidFill>
                  <a:srgbClr val="000000"/>
                </a:solidFill>
              </a:rPr>
              <a:t>‹#›</a:t>
            </a:fld>
            <a:endParaRPr lang="en-US" altLang="zh-TW">
              <a:solidFill>
                <a:srgbClr val="000000"/>
              </a:solidFill>
            </a:endParaRPr>
          </a:p>
        </p:txBody>
      </p:sp>
    </p:spTree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Rectangle 3"/>
          <p:cNvSpPr>
            <a:spLocks noGrp="1" noChangeArrowheads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FEA8A6C-E419-4A2D-A59F-0183255F70EA}" type="slidenum">
              <a:rPr lang="zh-TW" altLang="en-US">
                <a:solidFill>
                  <a:srgbClr val="000000"/>
                </a:solidFill>
              </a:rPr>
              <a:t>‹#›</a:t>
            </a:fld>
            <a:endParaRPr lang="en-US" altLang="zh-TW">
              <a:solidFill>
                <a:srgbClr val="000000"/>
              </a:solidFill>
            </a:endParaRPr>
          </a:p>
        </p:txBody>
      </p:sp>
    </p:spTree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圖片版面配置區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TW" altLang="en-US" noProof="0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Rectangle 3"/>
          <p:cNvSpPr>
            <a:spLocks noGrp="1" noChangeArrowheads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A8F0E97-51B7-4FFA-9BFC-ED098C10D8ED}" type="slidenum">
              <a:rPr lang="zh-TW" altLang="en-US">
                <a:solidFill>
                  <a:srgbClr val="000000"/>
                </a:solidFill>
              </a:rPr>
              <a:t>‹#›</a:t>
            </a:fld>
            <a:endParaRPr lang="en-US" altLang="zh-TW">
              <a:solidFill>
                <a:srgbClr val="000000"/>
              </a:solidFill>
            </a:endParaRPr>
          </a:p>
        </p:txBody>
      </p:sp>
    </p:spTree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Rectangle 3"/>
          <p:cNvSpPr>
            <a:spLocks noGrp="1" noChangeArrowheads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DC0AC26-B1DC-4AE7-A939-642DE9D4B085}" type="slidenum">
              <a:rPr lang="zh-TW" altLang="en-US">
                <a:solidFill>
                  <a:srgbClr val="000000"/>
                </a:solidFill>
              </a:rPr>
              <a:t>‹#›</a:t>
            </a:fld>
            <a:endParaRPr lang="en-US" altLang="zh-TW">
              <a:solidFill>
                <a:srgbClr val="000000"/>
              </a:solidFill>
            </a:endParaRPr>
          </a:p>
        </p:txBody>
      </p:sp>
    </p:spTree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/>
          <p:cNvSpPr>
            <a:spLocks noGrp="1"/>
          </p:cNvSpPr>
          <p:nvPr>
            <p:ph type="title" orient="vert"/>
          </p:nvPr>
        </p:nvSpPr>
        <p:spPr>
          <a:xfrm>
            <a:off x="6669088" y="274638"/>
            <a:ext cx="2017712" cy="5851525"/>
          </a:xfrm>
        </p:spPr>
        <p:txBody>
          <a:bodyPr vert="eaVert"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>
          <a:xfrm>
            <a:off x="611188" y="274638"/>
            <a:ext cx="5905500" cy="5851525"/>
          </a:xfrm>
        </p:spPr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Rectangle 3"/>
          <p:cNvSpPr>
            <a:spLocks noGrp="1" noChangeArrowheads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BBDB87F-1281-41B6-A636-95C78B523A08}" type="slidenum">
              <a:rPr lang="zh-TW" altLang="en-US">
                <a:solidFill>
                  <a:srgbClr val="000000"/>
                </a:solidFill>
              </a:rPr>
              <a:t>‹#›</a:t>
            </a:fld>
            <a:endParaRPr lang="en-US" altLang="zh-TW">
              <a:solidFill>
                <a:srgbClr val="000000"/>
              </a:solidFill>
            </a:endParaRPr>
          </a:p>
        </p:txBody>
      </p:sp>
    </p:spTree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TW" altLang="en-US"/>
              <a:t>按一下以編輯母片副標題樣式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EFF09E-4EA0-4518-A9E8-449DE34F8B74}" type="datetimeFigureOut">
              <a:rPr lang="zh-TW" altLang="en-US" smtClean="0"/>
              <a:t>2026/4/30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4C9021-A16D-4E5C-A421-A5275F523D45}" type="slidenum">
              <a:rPr lang="zh-TW" altLang="en-US" smtClean="0"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EFF09E-4EA0-4518-A9E8-449DE34F8B74}" type="datetimeFigureOut">
              <a:rPr lang="zh-TW" altLang="en-US" smtClean="0"/>
              <a:t>2026/4/30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4C9021-A16D-4E5C-A421-A5275F523D45}" type="slidenum">
              <a:rPr lang="zh-TW" altLang="en-US" smtClean="0"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EFF09E-4EA0-4518-A9E8-449DE34F8B74}" type="datetimeFigureOut">
              <a:rPr lang="zh-TW" altLang="en-US" smtClean="0"/>
              <a:t>2026/4/30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4C9021-A16D-4E5C-A421-A5275F523D45}" type="slidenum">
              <a:rPr lang="zh-TW" altLang="en-US" smtClean="0"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EFF09E-4EA0-4518-A9E8-449DE34F8B74}" type="datetimeFigureOut">
              <a:rPr lang="zh-TW" altLang="en-US" smtClean="0"/>
              <a:t>2026/4/30</a:t>
            </a:fld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4C9021-A16D-4E5C-A421-A5275F523D45}" type="slidenum">
              <a:rPr lang="zh-TW" altLang="en-US" smtClean="0"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文字版面配置區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6" name="內容版面配置區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7" name="日期版面配置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EFF09E-4EA0-4518-A9E8-449DE34F8B74}" type="datetimeFigureOut">
              <a:rPr lang="zh-TW" altLang="en-US" smtClean="0"/>
              <a:t>2026/4/30</a:t>
            </a:fld>
            <a:endParaRPr lang="zh-TW" altLang="en-US"/>
          </a:p>
        </p:txBody>
      </p:sp>
      <p:sp>
        <p:nvSpPr>
          <p:cNvPr id="8" name="頁尾版面配置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9" name="投影片編號版面配置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4C9021-A16D-4E5C-A421-A5275F523D45}" type="slidenum">
              <a:rPr lang="zh-TW" altLang="en-US" smtClean="0"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日期版面配置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EFF09E-4EA0-4518-A9E8-449DE34F8B74}" type="datetimeFigureOut">
              <a:rPr lang="zh-TW" altLang="en-US" smtClean="0"/>
              <a:t>2026/4/30</a:t>
            </a:fld>
            <a:endParaRPr lang="zh-TW" altLang="en-US"/>
          </a:p>
        </p:txBody>
      </p:sp>
      <p:sp>
        <p:nvSpPr>
          <p:cNvPr id="4" name="頁尾版面配置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4C9021-A16D-4E5C-A421-A5275F523D45}" type="slidenum">
              <a:rPr lang="zh-TW" altLang="en-US" smtClean="0"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EFF09E-4EA0-4518-A9E8-449DE34F8B74}" type="datetimeFigureOut">
              <a:rPr lang="zh-TW" altLang="en-US" smtClean="0"/>
              <a:t>2026/4/30</a:t>
            </a:fld>
            <a:endParaRPr lang="zh-TW" altLang="en-US"/>
          </a:p>
        </p:txBody>
      </p:sp>
      <p:sp>
        <p:nvSpPr>
          <p:cNvPr id="3" name="頁尾版面配置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4C9021-A16D-4E5C-A421-A5275F523D45}" type="slidenum">
              <a:rPr lang="zh-TW" altLang="en-US" smtClean="0"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EFF09E-4EA0-4518-A9E8-449DE34F8B74}" type="datetimeFigureOut">
              <a:rPr lang="zh-TW" altLang="en-US" smtClean="0"/>
              <a:t>2026/4/30</a:t>
            </a:fld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4C9021-A16D-4E5C-A421-A5275F523D45}" type="slidenum">
              <a:rPr lang="zh-TW" altLang="en-US" smtClean="0"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圖片版面配置區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TW" altLang="en-US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EFF09E-4EA0-4518-A9E8-449DE34F8B74}" type="datetimeFigureOut">
              <a:rPr lang="zh-TW" altLang="en-US" smtClean="0"/>
              <a:t>2026/4/30</a:t>
            </a:fld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4C9021-A16D-4E5C-A421-A5275F523D45}" type="slidenum">
              <a:rPr lang="zh-TW" altLang="en-US" smtClean="0"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EFF09E-4EA0-4518-A9E8-449DE34F8B74}" type="datetimeFigureOut">
              <a:rPr lang="zh-TW" altLang="en-US" smtClean="0"/>
              <a:t>2026/4/30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4C9021-A16D-4E5C-A421-A5275F523D45}" type="slidenum">
              <a:rPr lang="zh-TW" altLang="en-US" smtClean="0"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EFF09E-4EA0-4518-A9E8-449DE34F8B74}" type="datetimeFigureOut">
              <a:rPr lang="zh-TW" altLang="en-US" smtClean="0"/>
              <a:t>2026/4/30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4C9021-A16D-4E5C-A421-A5275F523D45}" type="slidenum">
              <a:rPr lang="zh-TW" altLang="en-US" smtClean="0"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685800" y="2130443"/>
            <a:ext cx="7772400" cy="1470025"/>
          </a:xfrm>
        </p:spPr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zh-TW" altLang="en-US"/>
              <a:t>按一下以編輯母片副標題樣式</a:t>
            </a:r>
          </a:p>
        </p:txBody>
      </p:sp>
      <p:sp>
        <p:nvSpPr>
          <p:cNvPr id="4" name="Rectangle 14"/>
          <p:cNvSpPr>
            <a:spLocks noGrp="1" noChangeArrowheads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39EB788-0AD9-4E98-A516-64653248E3DB}" type="slidenum">
              <a:rPr lang="en-US" altLang="zh-TW"/>
              <a:t>‹#›</a:t>
            </a:fld>
            <a:endParaRPr lang="en-US" altLang="zh-TW"/>
          </a:p>
        </p:txBody>
      </p:sp>
    </p:spTree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baseline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Arial" panose="020B0604020202020204" pitchFamily="34" charset="0"/>
              </a:defRPr>
            </a:lvl1pPr>
          </a:lstStyle>
          <a:p>
            <a:r>
              <a:rPr lang="zh-TW" altLang="en-US" dirty="0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>
                <a:latin typeface="微軟正黑體" panose="020B0604030504040204" pitchFamily="34" charset="-120"/>
                <a:ea typeface="微軟正黑體" panose="020B0604030504040204" pitchFamily="34" charset="-120"/>
                <a:cs typeface="Arial" panose="020B0604020202020204" pitchFamily="34" charset="0"/>
              </a:defRPr>
            </a:lvl1pPr>
            <a:lvl2pPr>
              <a:defRPr>
                <a:latin typeface="微軟正黑體" panose="020B0604030504040204" pitchFamily="34" charset="-120"/>
                <a:ea typeface="微軟正黑體" panose="020B0604030504040204" pitchFamily="34" charset="-120"/>
                <a:cs typeface="Arial" panose="020B0604020202020204" pitchFamily="34" charset="0"/>
              </a:defRPr>
            </a:lvl2pPr>
            <a:lvl3pPr>
              <a:defRPr>
                <a:latin typeface="微軟正黑體" panose="020B0604030504040204" pitchFamily="34" charset="-120"/>
                <a:ea typeface="微軟正黑體" panose="020B0604030504040204" pitchFamily="34" charset="-120"/>
                <a:cs typeface="Arial" panose="020B0604020202020204" pitchFamily="34" charset="0"/>
              </a:defRPr>
            </a:lvl3pPr>
            <a:lvl4pPr>
              <a:defRPr>
                <a:latin typeface="微軟正黑體" panose="020B0604030504040204" pitchFamily="34" charset="-120"/>
                <a:ea typeface="微軟正黑體" panose="020B0604030504040204" pitchFamily="34" charset="-120"/>
                <a:cs typeface="Arial" panose="020B0604020202020204" pitchFamily="34" charset="0"/>
              </a:defRPr>
            </a:lvl4pPr>
            <a:lvl5pPr>
              <a:defRPr>
                <a:latin typeface="微軟正黑體" panose="020B0604030504040204" pitchFamily="34" charset="-120"/>
                <a:ea typeface="微軟正黑體" panose="020B0604030504040204" pitchFamily="34" charset="-120"/>
                <a:cs typeface="Arial" panose="020B0604020202020204" pitchFamily="34" charset="0"/>
              </a:defRPr>
            </a:lvl5pPr>
          </a:lstStyle>
          <a:p>
            <a:pPr lvl="0"/>
            <a:r>
              <a:rPr lang="zh-TW" altLang="en-US" dirty="0"/>
              <a:t>按一下以編輯母片文字樣式</a:t>
            </a:r>
          </a:p>
          <a:p>
            <a:pPr lvl="1"/>
            <a:r>
              <a:rPr lang="zh-TW" altLang="en-US" dirty="0"/>
              <a:t>第二層</a:t>
            </a:r>
          </a:p>
          <a:p>
            <a:pPr lvl="2"/>
            <a:r>
              <a:rPr lang="zh-TW" altLang="en-US" dirty="0"/>
              <a:t>第三層</a:t>
            </a:r>
          </a:p>
          <a:p>
            <a:pPr lvl="3"/>
            <a:r>
              <a:rPr lang="zh-TW" altLang="en-US" dirty="0"/>
              <a:t>第四層</a:t>
            </a:r>
          </a:p>
          <a:p>
            <a:pPr lvl="4"/>
            <a:r>
              <a:rPr lang="zh-TW" altLang="en-US" dirty="0"/>
              <a:t>第五層</a:t>
            </a:r>
          </a:p>
        </p:txBody>
      </p:sp>
      <p:sp>
        <p:nvSpPr>
          <p:cNvPr id="4" name="Rectangle 14"/>
          <p:cNvSpPr>
            <a:spLocks noGrp="1" noChangeArrowheads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1992E49-B35D-4BA4-A4A1-D07A03DA5610}" type="slidenum">
              <a:rPr lang="en-US" altLang="zh-TW"/>
              <a:t>‹#›</a:t>
            </a:fld>
            <a:endParaRPr lang="en-US" altLang="zh-TW"/>
          </a:p>
        </p:txBody>
      </p:sp>
    </p:spTree>
  </p:cSld>
  <p:clrMapOvr>
    <a:masterClrMapping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722313" y="4406918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Rectangle 14"/>
          <p:cNvSpPr>
            <a:spLocks noGrp="1" noChangeArrowheads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7F7D15B-E003-4EB9-A608-239C444D5E90}" type="slidenum">
              <a:rPr lang="en-US" altLang="zh-TW"/>
              <a:t>‹#›</a:t>
            </a:fld>
            <a:endParaRPr lang="en-US" altLang="zh-TW"/>
          </a:p>
        </p:txBody>
      </p:sp>
    </p:spTree>
  </p:cSld>
  <p:clrMapOvr>
    <a:masterClrMapping/>
  </p:clrMapOvr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sz="half" idx="1"/>
          </p:nvPr>
        </p:nvSpPr>
        <p:spPr>
          <a:xfrm>
            <a:off x="611188" y="1196975"/>
            <a:ext cx="3960812" cy="4929188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4724400" y="1196975"/>
            <a:ext cx="3962400" cy="4929188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Rectangle 14"/>
          <p:cNvSpPr>
            <a:spLocks noGrp="1" noChangeArrowheads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6BC68BE-B4B0-4564-B8AC-726B6F10D4A3}" type="slidenum">
              <a:rPr lang="en-US" altLang="zh-TW"/>
              <a:t>‹#›</a:t>
            </a:fld>
            <a:endParaRPr lang="en-US" altLang="zh-TW"/>
          </a:p>
        </p:txBody>
      </p:sp>
    </p:spTree>
  </p:cSld>
  <p:clrMapOvr>
    <a:masterClrMapping/>
  </p:clrMapOvr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611560" y="274638"/>
            <a:ext cx="8075240" cy="634082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zh-TW" altLang="en-US" dirty="0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文字版面配置區 4"/>
          <p:cNvSpPr>
            <a:spLocks noGrp="1"/>
          </p:cNvSpPr>
          <p:nvPr>
            <p:ph type="body" sz="quarter" idx="3"/>
          </p:nvPr>
        </p:nvSpPr>
        <p:spPr>
          <a:xfrm>
            <a:off x="4645029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6" name="內容版面配置區 5"/>
          <p:cNvSpPr>
            <a:spLocks noGrp="1"/>
          </p:cNvSpPr>
          <p:nvPr>
            <p:ph sz="quarter" idx="4"/>
          </p:nvPr>
        </p:nvSpPr>
        <p:spPr>
          <a:xfrm>
            <a:off x="4645029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7" name="Rectangle 14"/>
          <p:cNvSpPr>
            <a:spLocks noGrp="1" noChangeArrowheads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38717D7-C8B0-44C5-A62F-3567BF53D398}" type="slidenum">
              <a:rPr lang="en-US" altLang="zh-TW"/>
              <a:t>‹#›</a:t>
            </a:fld>
            <a:endParaRPr lang="en-US" altLang="zh-TW"/>
          </a:p>
        </p:txBody>
      </p:sp>
    </p:spTree>
  </p:cSld>
  <p:clrMapOvr>
    <a:masterClrMapping/>
  </p:clrMapOvr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Rectangle 14"/>
          <p:cNvSpPr>
            <a:spLocks noGrp="1" noChangeArrowheads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1FA067D-AD37-4A18-A34B-F0E66789EA77}" type="slidenum">
              <a:rPr lang="en-US" altLang="zh-TW"/>
              <a:t>‹#›</a:t>
            </a:fld>
            <a:endParaRPr lang="en-US" altLang="zh-TW"/>
          </a:p>
        </p:txBody>
      </p:sp>
    </p:spTree>
  </p:cSld>
  <p:clrMapOvr>
    <a:masterClrMapping/>
  </p:clrMapOvr>
</p:sldLayout>
</file>

<file path=ppt/slideLayouts/slideLayout6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4"/>
          <p:cNvSpPr>
            <a:spLocks noGrp="1" noChangeArrowheads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DA0777A-41B7-4B1E-A08A-E8D847463375}" type="slidenum">
              <a:rPr lang="en-US" altLang="zh-TW"/>
              <a:t>‹#›</a:t>
            </a:fld>
            <a:endParaRPr lang="en-US" altLang="zh-TW"/>
          </a:p>
        </p:txBody>
      </p:sp>
    </p:spTree>
  </p:cSld>
  <p:clrMapOvr>
    <a:masterClrMapping/>
  </p:clrMapOvr>
</p:sldLayout>
</file>

<file path=ppt/slideLayouts/slideLayout63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3575051" y="273068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457200" y="1435103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Rectangle 14"/>
          <p:cNvSpPr>
            <a:spLocks noGrp="1" noChangeArrowheads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F993CA9-BA81-47AA-823D-8B709A5D2C45}" type="slidenum">
              <a:rPr lang="en-US" altLang="zh-TW"/>
              <a:t>‹#›</a:t>
            </a:fld>
            <a:endParaRPr lang="en-US" altLang="zh-TW"/>
          </a:p>
        </p:txBody>
      </p:sp>
    </p:spTree>
  </p:cSld>
  <p:clrMapOvr>
    <a:masterClrMapping/>
  </p:clrMapOvr>
</p:sldLayout>
</file>

<file path=ppt/slideLayouts/slideLayout64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圖片版面配置區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TW" altLang="en-US" noProof="0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Rectangle 14"/>
          <p:cNvSpPr>
            <a:spLocks noGrp="1" noChangeArrowheads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26ADD22-6B71-41C3-A3B2-EF9911ADB281}" type="slidenum">
              <a:rPr lang="en-US" altLang="zh-TW"/>
              <a:t>‹#›</a:t>
            </a:fld>
            <a:endParaRPr lang="en-US" altLang="zh-TW"/>
          </a:p>
        </p:txBody>
      </p:sp>
    </p:spTree>
  </p:cSld>
  <p:clrMapOvr>
    <a:masterClrMapping/>
  </p:clrMapOvr>
</p:sldLayout>
</file>

<file path=ppt/slideLayouts/slideLayout6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Rectangle 14"/>
          <p:cNvSpPr>
            <a:spLocks noGrp="1" noChangeArrowheads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39F7AEA-34EA-4C76-9A47-D6871C043AB0}" type="slidenum">
              <a:rPr lang="en-US" altLang="zh-TW"/>
              <a:t>‹#›</a:t>
            </a:fld>
            <a:endParaRPr lang="en-US" altLang="zh-TW"/>
          </a:p>
        </p:txBody>
      </p:sp>
    </p:spTree>
  </p:cSld>
  <p:clrMapOvr>
    <a:masterClrMapping/>
  </p:clrMapOvr>
</p:sldLayout>
</file>

<file path=ppt/slideLayouts/slideLayout6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/>
          <p:cNvSpPr>
            <a:spLocks noGrp="1"/>
          </p:cNvSpPr>
          <p:nvPr>
            <p:ph type="title" orient="vert"/>
          </p:nvPr>
        </p:nvSpPr>
        <p:spPr>
          <a:xfrm>
            <a:off x="6669088" y="274656"/>
            <a:ext cx="2017712" cy="5851525"/>
          </a:xfrm>
        </p:spPr>
        <p:txBody>
          <a:bodyPr vert="eaVert"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>
          <a:xfrm>
            <a:off x="611188" y="274656"/>
            <a:ext cx="5905500" cy="5851525"/>
          </a:xfrm>
        </p:spPr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Rectangle 14"/>
          <p:cNvSpPr>
            <a:spLocks noGrp="1" noChangeArrowheads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30654D6-15C0-494A-B753-0640DB25B203}" type="slidenum">
              <a:rPr lang="en-US" altLang="zh-TW"/>
              <a:t>‹#›</a:t>
            </a:fld>
            <a:endParaRPr lang="en-US" altLang="zh-TW"/>
          </a:p>
        </p:txBody>
      </p:sp>
    </p:spTree>
  </p:cSld>
  <p:clrMapOvr>
    <a:masterClrMapping/>
  </p:clrMapOvr>
</p:sldLayout>
</file>

<file path=ppt/slideLayouts/slideLayout67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內容版面配置區 1"/>
          <p:cNvSpPr>
            <a:spLocks noGrp="1"/>
          </p:cNvSpPr>
          <p:nvPr>
            <p:ph/>
          </p:nvPr>
        </p:nvSpPr>
        <p:spPr>
          <a:xfrm>
            <a:off x="611188" y="274656"/>
            <a:ext cx="8075612" cy="5851525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3" name="Rectangle 14"/>
          <p:cNvSpPr>
            <a:spLocks noGrp="1" noChangeArrowheads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4502D48-BB1D-4132-8A0E-4D78DE52EF59}" type="slidenum">
              <a:rPr lang="en-US" altLang="zh-TW"/>
              <a:t>‹#›</a:t>
            </a:fld>
            <a:endParaRPr lang="en-US" altLang="zh-TW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0.xml"/><Relationship Id="rId3" Type="http://schemas.openxmlformats.org/officeDocument/2006/relationships/slideLayout" Target="../slideLayouts/slideLayout25.xml"/><Relationship Id="rId7" Type="http://schemas.openxmlformats.org/officeDocument/2006/relationships/slideLayout" Target="../slideLayouts/slideLayout29.xml"/><Relationship Id="rId12" Type="http://schemas.openxmlformats.org/officeDocument/2006/relationships/theme" Target="../theme/theme3.xml"/><Relationship Id="rId2" Type="http://schemas.openxmlformats.org/officeDocument/2006/relationships/slideLayout" Target="../slideLayouts/slideLayout24.xml"/><Relationship Id="rId1" Type="http://schemas.openxmlformats.org/officeDocument/2006/relationships/slideLayout" Target="../slideLayouts/slideLayout23.xml"/><Relationship Id="rId6" Type="http://schemas.openxmlformats.org/officeDocument/2006/relationships/slideLayout" Target="../slideLayouts/slideLayout28.xml"/><Relationship Id="rId11" Type="http://schemas.openxmlformats.org/officeDocument/2006/relationships/slideLayout" Target="../slideLayouts/slideLayout33.xml"/><Relationship Id="rId5" Type="http://schemas.openxmlformats.org/officeDocument/2006/relationships/slideLayout" Target="../slideLayouts/slideLayout27.xml"/><Relationship Id="rId10" Type="http://schemas.openxmlformats.org/officeDocument/2006/relationships/slideLayout" Target="../slideLayouts/slideLayout32.xml"/><Relationship Id="rId4" Type="http://schemas.openxmlformats.org/officeDocument/2006/relationships/slideLayout" Target="../slideLayouts/slideLayout26.xml"/><Relationship Id="rId9" Type="http://schemas.openxmlformats.org/officeDocument/2006/relationships/slideLayout" Target="../slideLayouts/slideLayout31.xml"/></Relationships>
</file>

<file path=ppt/slideMasters/_rels/slideMaster4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41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6.xml"/><Relationship Id="rId7" Type="http://schemas.openxmlformats.org/officeDocument/2006/relationships/slideLayout" Target="../slideLayouts/slideLayout40.xml"/><Relationship Id="rId12" Type="http://schemas.openxmlformats.org/officeDocument/2006/relationships/theme" Target="../theme/theme4.xml"/><Relationship Id="rId2" Type="http://schemas.openxmlformats.org/officeDocument/2006/relationships/slideLayout" Target="../slideLayouts/slideLayout35.xml"/><Relationship Id="rId1" Type="http://schemas.openxmlformats.org/officeDocument/2006/relationships/slideLayout" Target="../slideLayouts/slideLayout34.xml"/><Relationship Id="rId6" Type="http://schemas.openxmlformats.org/officeDocument/2006/relationships/slideLayout" Target="../slideLayouts/slideLayout39.xml"/><Relationship Id="rId11" Type="http://schemas.openxmlformats.org/officeDocument/2006/relationships/slideLayout" Target="../slideLayouts/slideLayout44.xml"/><Relationship Id="rId5" Type="http://schemas.openxmlformats.org/officeDocument/2006/relationships/slideLayout" Target="../slideLayouts/slideLayout38.xml"/><Relationship Id="rId10" Type="http://schemas.openxmlformats.org/officeDocument/2006/relationships/slideLayout" Target="../slideLayouts/slideLayout43.xml"/><Relationship Id="rId4" Type="http://schemas.openxmlformats.org/officeDocument/2006/relationships/slideLayout" Target="../slideLayouts/slideLayout37.xml"/><Relationship Id="rId9" Type="http://schemas.openxmlformats.org/officeDocument/2006/relationships/slideLayout" Target="../slideLayouts/slideLayout42.xml"/></Relationships>
</file>

<file path=ppt/slideMasters/_rels/slideMaster5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52.xml"/><Relationship Id="rId3" Type="http://schemas.openxmlformats.org/officeDocument/2006/relationships/slideLayout" Target="../slideLayouts/slideLayout47.xml"/><Relationship Id="rId7" Type="http://schemas.openxmlformats.org/officeDocument/2006/relationships/slideLayout" Target="../slideLayouts/slideLayout51.xml"/><Relationship Id="rId12" Type="http://schemas.openxmlformats.org/officeDocument/2006/relationships/theme" Target="../theme/theme5.xml"/><Relationship Id="rId2" Type="http://schemas.openxmlformats.org/officeDocument/2006/relationships/slideLayout" Target="../slideLayouts/slideLayout46.xml"/><Relationship Id="rId1" Type="http://schemas.openxmlformats.org/officeDocument/2006/relationships/slideLayout" Target="../slideLayouts/slideLayout45.xml"/><Relationship Id="rId6" Type="http://schemas.openxmlformats.org/officeDocument/2006/relationships/slideLayout" Target="../slideLayouts/slideLayout50.xml"/><Relationship Id="rId11" Type="http://schemas.openxmlformats.org/officeDocument/2006/relationships/slideLayout" Target="../slideLayouts/slideLayout55.xml"/><Relationship Id="rId5" Type="http://schemas.openxmlformats.org/officeDocument/2006/relationships/slideLayout" Target="../slideLayouts/slideLayout49.xml"/><Relationship Id="rId10" Type="http://schemas.openxmlformats.org/officeDocument/2006/relationships/slideLayout" Target="../slideLayouts/slideLayout54.xml"/><Relationship Id="rId4" Type="http://schemas.openxmlformats.org/officeDocument/2006/relationships/slideLayout" Target="../slideLayouts/slideLayout48.xml"/><Relationship Id="rId9" Type="http://schemas.openxmlformats.org/officeDocument/2006/relationships/slideLayout" Target="../slideLayouts/slideLayout53.xml"/></Relationships>
</file>

<file path=ppt/slideMasters/_rels/slideMaster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theme" Target="../theme/theme6.xml"/></Relationships>
</file>

<file path=ppt/slideMasters/_rels/slideMaster7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63.xml"/><Relationship Id="rId13" Type="http://schemas.openxmlformats.org/officeDocument/2006/relationships/theme" Target="../theme/theme7.xml"/><Relationship Id="rId3" Type="http://schemas.openxmlformats.org/officeDocument/2006/relationships/slideLayout" Target="../slideLayouts/slideLayout58.xml"/><Relationship Id="rId7" Type="http://schemas.openxmlformats.org/officeDocument/2006/relationships/slideLayout" Target="../slideLayouts/slideLayout62.xml"/><Relationship Id="rId12" Type="http://schemas.openxmlformats.org/officeDocument/2006/relationships/slideLayout" Target="../slideLayouts/slideLayout67.xml"/><Relationship Id="rId2" Type="http://schemas.openxmlformats.org/officeDocument/2006/relationships/slideLayout" Target="../slideLayouts/slideLayout57.xml"/><Relationship Id="rId1" Type="http://schemas.openxmlformats.org/officeDocument/2006/relationships/slideLayout" Target="../slideLayouts/slideLayout56.xml"/><Relationship Id="rId6" Type="http://schemas.openxmlformats.org/officeDocument/2006/relationships/slideLayout" Target="../slideLayouts/slideLayout61.xml"/><Relationship Id="rId11" Type="http://schemas.openxmlformats.org/officeDocument/2006/relationships/slideLayout" Target="../slideLayouts/slideLayout66.xml"/><Relationship Id="rId5" Type="http://schemas.openxmlformats.org/officeDocument/2006/relationships/slideLayout" Target="../slideLayouts/slideLayout60.xml"/><Relationship Id="rId10" Type="http://schemas.openxmlformats.org/officeDocument/2006/relationships/slideLayout" Target="../slideLayouts/slideLayout65.xml"/><Relationship Id="rId4" Type="http://schemas.openxmlformats.org/officeDocument/2006/relationships/slideLayout" Target="../slideLayouts/slideLayout59.xml"/><Relationship Id="rId9" Type="http://schemas.openxmlformats.org/officeDocument/2006/relationships/slideLayout" Target="../slideLayouts/slideLayout64.xml"/><Relationship Id="rId14" Type="http://schemas.openxmlformats.org/officeDocument/2006/relationships/image" Target="../media/image1.png"/></Relationships>
</file>

<file path=ppt/slideMasters/_rels/slideMaster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theme" Target="../theme/theme8.xml"/></Relationships>
</file>

<file path=ppt/slideMasters/_rels/slideMaster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theme" Target="../theme/theme9.xml"/></Relationships>
</file>

<file path=ppt/slideMasters/_rels/slideMaster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theme" Target="../theme/theme10.xml"/></Relationships>
</file>

<file path=ppt/slideMasters/_rels/slideMaster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theme" Target="../theme/theme1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0563" name="Rectangle 3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675688" y="6642100"/>
            <a:ext cx="468312" cy="2159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37" tIns="45718" rIns="91437" bIns="45718" numCol="1" anchor="t" anchorCtr="0" compatLnSpc="1"/>
          <a:lstStyle>
            <a:lvl1pPr algn="r">
              <a:defRPr sz="1200">
                <a:ea typeface="新細明體" panose="02020500000000000000" charset="-120"/>
              </a:defRPr>
            </a:lvl1pPr>
          </a:lstStyle>
          <a:p>
            <a:pPr>
              <a:defRPr/>
            </a:pPr>
            <a:fld id="{3F21431A-0C06-4923-9B61-C55D1AEC9577}" type="slidenum">
              <a:rPr lang="zh-TW" altLang="en-US"/>
              <a:t>‹#›</a:t>
            </a:fld>
            <a:endParaRPr lang="en-US" altLang="zh-TW"/>
          </a:p>
        </p:txBody>
      </p:sp>
      <p:sp>
        <p:nvSpPr>
          <p:cNvPr id="1090564" name="Text Box 4"/>
          <p:cNvSpPr txBox="1">
            <a:spLocks noChangeArrowheads="1"/>
          </p:cNvSpPr>
          <p:nvPr/>
        </p:nvSpPr>
        <p:spPr bwMode="auto">
          <a:xfrm>
            <a:off x="468313" y="6453188"/>
            <a:ext cx="2303462" cy="244475"/>
          </a:xfrm>
          <a:prstGeom prst="rect">
            <a:avLst/>
          </a:prstGeom>
          <a:noFill/>
          <a:ln>
            <a:noFill/>
          </a:ln>
          <a:effectLst/>
        </p:spPr>
        <p:txBody>
          <a:bodyPr lIns="91437" tIns="45718" rIns="91437" bIns="45718">
            <a:spAutoFit/>
          </a:bodyPr>
          <a:lstStyle/>
          <a:p>
            <a:pPr>
              <a:spcBef>
                <a:spcPct val="50000"/>
              </a:spcBef>
              <a:defRPr/>
            </a:pPr>
            <a:r>
              <a:rPr lang="zh-TW" altLang="en-US" sz="1000">
                <a:solidFill>
                  <a:schemeClr val="bg2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誠信  承諾  創新  合作</a:t>
            </a:r>
          </a:p>
        </p:txBody>
      </p:sp>
      <p:sp>
        <p:nvSpPr>
          <p:cNvPr id="1090565" name="Line 5"/>
          <p:cNvSpPr>
            <a:spLocks noChangeShapeType="1"/>
          </p:cNvSpPr>
          <p:nvPr/>
        </p:nvSpPr>
        <p:spPr bwMode="auto">
          <a:xfrm>
            <a:off x="611188" y="981075"/>
            <a:ext cx="8064500" cy="0"/>
          </a:xfrm>
          <a:prstGeom prst="line">
            <a:avLst/>
          </a:prstGeom>
          <a:noFill/>
          <a:ln w="28575">
            <a:solidFill>
              <a:srgbClr val="FF0000"/>
            </a:solidFill>
            <a:round/>
          </a:ln>
          <a:effectLst/>
        </p:spPr>
        <p:txBody>
          <a:bodyPr/>
          <a:lstStyle/>
          <a:p>
            <a:pPr>
              <a:defRPr/>
            </a:pPr>
            <a:endParaRPr lang="zh-TW" altLang="en-US">
              <a:ea typeface="新細明體" panose="02020500000000000000" charset="-120"/>
            </a:endParaRPr>
          </a:p>
        </p:txBody>
      </p:sp>
      <p:sp>
        <p:nvSpPr>
          <p:cNvPr id="1090566" name="Line 6"/>
          <p:cNvSpPr>
            <a:spLocks noChangeShapeType="1"/>
          </p:cNvSpPr>
          <p:nvPr/>
        </p:nvSpPr>
        <p:spPr bwMode="auto">
          <a:xfrm>
            <a:off x="2051050" y="6597650"/>
            <a:ext cx="5834063" cy="0"/>
          </a:xfrm>
          <a:prstGeom prst="line">
            <a:avLst/>
          </a:prstGeom>
          <a:noFill/>
          <a:ln w="28575">
            <a:solidFill>
              <a:srgbClr val="FF0000"/>
            </a:solidFill>
            <a:round/>
          </a:ln>
          <a:effectLst/>
        </p:spPr>
        <p:txBody>
          <a:bodyPr/>
          <a:lstStyle/>
          <a:p>
            <a:pPr>
              <a:defRPr/>
            </a:pPr>
            <a:endParaRPr lang="zh-TW" altLang="en-US">
              <a:ea typeface="新細明體" panose="02020500000000000000" charset="-120"/>
            </a:endParaRPr>
          </a:p>
        </p:txBody>
      </p:sp>
      <p:pic>
        <p:nvPicPr>
          <p:cNvPr id="1030" name="Picture 7" descr="3"/>
          <p:cNvPicPr>
            <a:picLocks noChangeAspect="1" noChangeArrowheads="1"/>
          </p:cNvPicPr>
          <p:nvPr/>
        </p:nvPicPr>
        <p:blipFill>
          <a:blip r:embed="rId13"/>
          <a:srcRect/>
          <a:stretch>
            <a:fillRect/>
          </a:stretch>
        </p:blipFill>
        <p:spPr bwMode="auto">
          <a:xfrm>
            <a:off x="7956550" y="6308725"/>
            <a:ext cx="914400" cy="2857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090568" name="Rectangle 8"/>
          <p:cNvSpPr>
            <a:spLocks noGrp="1" noChangeArrowheads="1"/>
          </p:cNvSpPr>
          <p:nvPr>
            <p:ph type="title"/>
          </p:nvPr>
        </p:nvSpPr>
        <p:spPr bwMode="auto">
          <a:xfrm>
            <a:off x="611188" y="274638"/>
            <a:ext cx="6697662" cy="633412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91437" tIns="45718" rIns="91437" bIns="45718" numCol="1" anchor="ctr" anchorCtr="0" compatLnSpc="1"/>
          <a:lstStyle/>
          <a:p>
            <a:pPr lvl="0"/>
            <a:r>
              <a:rPr lang="zh-TW" altLang="en-US"/>
              <a:t>按一下以編輯母片標題樣式</a:t>
            </a:r>
          </a:p>
        </p:txBody>
      </p:sp>
      <p:sp>
        <p:nvSpPr>
          <p:cNvPr id="1090569" name="Rectangle 9"/>
          <p:cNvSpPr>
            <a:spLocks noGrp="1" noChangeArrowheads="1"/>
          </p:cNvSpPr>
          <p:nvPr>
            <p:ph type="body" idx="1"/>
          </p:nvPr>
        </p:nvSpPr>
        <p:spPr bwMode="auto">
          <a:xfrm>
            <a:off x="611188" y="1196975"/>
            <a:ext cx="8075612" cy="4929188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91437" tIns="45718" rIns="91437" bIns="45718" numCol="1" anchor="t" anchorCtr="0" compatLnSpc="1"/>
          <a:lstStyle/>
          <a:p>
            <a:pPr lvl="0"/>
            <a:r>
              <a:rPr lang="zh-TW" altLang="en-US"/>
              <a:t>按一下以編輯母片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05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09056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09056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056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09056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09056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056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09056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09056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056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109056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109056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90568" grpId="0"/>
      <p:bldP spid="1090569" grpId="0" build="p">
        <p:tmplLst>
          <p:tmpl lvl="1">
            <p:tnLst>
              <p:par>
                <p:cTn presetID="2" presetClass="entr" presetSubtype="2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090569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1090569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1+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1090569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  <p:tmpl lvl="2">
            <p:tnLst>
              <p:par>
                <p:cTn presetID="2" presetClass="entr" presetSubtype="2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090569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1090569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1+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1090569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  <p:tmpl lvl="3">
            <p:tnLst>
              <p:par>
                <p:cTn presetID="2" presetClass="entr" presetSubtype="2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090569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1090569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1+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1090569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</p:bldLst>
  </p:timing>
  <p:hf hdr="0" ftr="0" dt="0"/>
  <p:txStyles>
    <p:titleStyle>
      <a:lvl1pPr algn="l" rtl="0" eaLnBrk="0" fontAlgn="base" hangingPunct="0">
        <a:spcBef>
          <a:spcPct val="0"/>
        </a:spcBef>
        <a:spcAft>
          <a:spcPct val="0"/>
        </a:spcAft>
        <a:defRPr kumimoji="1" sz="3000" b="1">
          <a:solidFill>
            <a:schemeClr val="tx2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kumimoji="1" sz="3000" b="1">
          <a:solidFill>
            <a:schemeClr val="tx2"/>
          </a:solidFill>
          <a:latin typeface="標楷體" panose="03000509000000000000" pitchFamily="65" charset="-120"/>
          <a:ea typeface="標楷體" panose="03000509000000000000" pitchFamily="65" charset="-12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kumimoji="1" sz="3000" b="1">
          <a:solidFill>
            <a:schemeClr val="tx2"/>
          </a:solidFill>
          <a:latin typeface="標楷體" panose="03000509000000000000" pitchFamily="65" charset="-120"/>
          <a:ea typeface="標楷體" panose="03000509000000000000" pitchFamily="65" charset="-12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kumimoji="1" sz="3000" b="1">
          <a:solidFill>
            <a:schemeClr val="tx2"/>
          </a:solidFill>
          <a:latin typeface="標楷體" panose="03000509000000000000" pitchFamily="65" charset="-120"/>
          <a:ea typeface="標楷體" panose="03000509000000000000" pitchFamily="65" charset="-12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kumimoji="1" sz="3000" b="1">
          <a:solidFill>
            <a:schemeClr val="tx2"/>
          </a:solidFill>
          <a:latin typeface="標楷體" panose="03000509000000000000" pitchFamily="65" charset="-120"/>
          <a:ea typeface="標楷體" panose="03000509000000000000" pitchFamily="65" charset="-120"/>
        </a:defRPr>
      </a:lvl5pPr>
      <a:lvl6pPr marL="457200" algn="l" rtl="0" fontAlgn="base">
        <a:spcBef>
          <a:spcPct val="0"/>
        </a:spcBef>
        <a:spcAft>
          <a:spcPct val="0"/>
        </a:spcAft>
        <a:defRPr kumimoji="1" sz="3000" b="1">
          <a:solidFill>
            <a:schemeClr val="tx2"/>
          </a:solidFill>
          <a:latin typeface="標楷體" panose="03000509000000000000" pitchFamily="65" charset="-120"/>
          <a:ea typeface="標楷體" panose="03000509000000000000" pitchFamily="65" charset="-120"/>
        </a:defRPr>
      </a:lvl6pPr>
      <a:lvl7pPr marL="914400" algn="l" rtl="0" fontAlgn="base">
        <a:spcBef>
          <a:spcPct val="0"/>
        </a:spcBef>
        <a:spcAft>
          <a:spcPct val="0"/>
        </a:spcAft>
        <a:defRPr kumimoji="1" sz="3000" b="1">
          <a:solidFill>
            <a:schemeClr val="tx2"/>
          </a:solidFill>
          <a:latin typeface="標楷體" panose="03000509000000000000" pitchFamily="65" charset="-120"/>
          <a:ea typeface="標楷體" panose="03000509000000000000" pitchFamily="65" charset="-120"/>
        </a:defRPr>
      </a:lvl7pPr>
      <a:lvl8pPr marL="1371600" algn="l" rtl="0" fontAlgn="base">
        <a:spcBef>
          <a:spcPct val="0"/>
        </a:spcBef>
        <a:spcAft>
          <a:spcPct val="0"/>
        </a:spcAft>
        <a:defRPr kumimoji="1" sz="3000" b="1">
          <a:solidFill>
            <a:schemeClr val="tx2"/>
          </a:solidFill>
          <a:latin typeface="標楷體" panose="03000509000000000000" pitchFamily="65" charset="-120"/>
          <a:ea typeface="標楷體" panose="03000509000000000000" pitchFamily="65" charset="-120"/>
        </a:defRPr>
      </a:lvl8pPr>
      <a:lvl9pPr marL="1828800" algn="l" rtl="0" fontAlgn="base">
        <a:spcBef>
          <a:spcPct val="0"/>
        </a:spcBef>
        <a:spcAft>
          <a:spcPct val="0"/>
        </a:spcAft>
        <a:defRPr kumimoji="1" sz="3000" b="1">
          <a:solidFill>
            <a:schemeClr val="tx2"/>
          </a:solidFill>
          <a:latin typeface="標楷體" panose="03000509000000000000" pitchFamily="65" charset="-120"/>
          <a:ea typeface="標楷體" panose="03000509000000000000" pitchFamily="65" charset="-12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rgbClr val="FF3300"/>
        </a:buClr>
        <a:buFont typeface="Wingdings" panose="05000000000000000000" pitchFamily="2" charset="2"/>
        <a:buChar char="n"/>
        <a:defRPr kumimoji="1" sz="2400" b="1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lr>
          <a:srgbClr val="FF3300"/>
        </a:buClr>
        <a:buFont typeface="Wingdings" panose="05000000000000000000" pitchFamily="2" charset="2"/>
        <a:buChar char="n"/>
        <a:defRPr kumimoji="1" sz="2000" b="1">
          <a:solidFill>
            <a:schemeClr val="tx1"/>
          </a:solidFill>
          <a:latin typeface="+mn-lt"/>
          <a:ea typeface="+mn-ea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lr>
          <a:srgbClr val="FF3300"/>
        </a:buClr>
        <a:buFont typeface="Wingdings" panose="05000000000000000000" pitchFamily="2" charset="2"/>
        <a:buChar char="n"/>
        <a:defRPr kumimoji="1" b="1">
          <a:solidFill>
            <a:schemeClr val="tx1"/>
          </a:solidFill>
          <a:latin typeface="+mn-lt"/>
          <a:ea typeface="+mn-ea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kumimoji="1" sz="2000">
          <a:solidFill>
            <a:schemeClr val="tx1"/>
          </a:solidFill>
          <a:latin typeface="+mn-lt"/>
          <a:ea typeface="新細明體" panose="02020500000000000000" charset="-120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新細明體" panose="02020500000000000000" charset="-120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新細明體" panose="02020500000000000000" charset="-120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新細明體" panose="02020500000000000000" charset="-120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新細明體" panose="02020500000000000000" charset="-120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新細明體" panose="02020500000000000000" charset="-120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0563" name="Rectangle 3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675688" y="6642100"/>
            <a:ext cx="468312" cy="2159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37" tIns="45718" rIns="91437" bIns="45718" numCol="1" anchor="t" anchorCtr="0" compatLnSpc="1"/>
          <a:lstStyle>
            <a:lvl1pPr algn="r">
              <a:defRPr sz="1200"/>
            </a:lvl1pPr>
          </a:lstStyle>
          <a:p>
            <a:fld id="{32523EE1-814A-4436-A9F0-90FC08ED8A92}" type="slidenum">
              <a:rPr lang="zh-TW" altLang="en-US">
                <a:solidFill>
                  <a:srgbClr val="000000"/>
                </a:solidFill>
                <a:ea typeface="新細明體" panose="02020500000000000000" charset="-120"/>
              </a:rPr>
              <a:t>‹#›</a:t>
            </a:fld>
            <a:endParaRPr lang="en-US" altLang="zh-TW">
              <a:solidFill>
                <a:srgbClr val="000000"/>
              </a:solidFill>
              <a:ea typeface="新細明體" panose="02020500000000000000" charset="-120"/>
            </a:endParaRPr>
          </a:p>
        </p:txBody>
      </p:sp>
      <p:sp>
        <p:nvSpPr>
          <p:cNvPr id="1090564" name="Text Box 4"/>
          <p:cNvSpPr txBox="1">
            <a:spLocks noChangeArrowheads="1"/>
          </p:cNvSpPr>
          <p:nvPr/>
        </p:nvSpPr>
        <p:spPr bwMode="auto">
          <a:xfrm>
            <a:off x="468313" y="6453188"/>
            <a:ext cx="2303462" cy="2444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1437" tIns="45718" rIns="91437" bIns="45718">
            <a:spAutoFit/>
          </a:bodyPr>
          <a:lstStyle/>
          <a:p>
            <a:pPr>
              <a:spcBef>
                <a:spcPct val="50000"/>
              </a:spcBef>
            </a:pPr>
            <a:r>
              <a:rPr lang="zh-TW" altLang="en-US" sz="1000">
                <a:solidFill>
                  <a:srgbClr val="808080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誠信  承諾  創新  合作</a:t>
            </a:r>
          </a:p>
        </p:txBody>
      </p:sp>
      <p:sp>
        <p:nvSpPr>
          <p:cNvPr id="1090565" name="Line 5"/>
          <p:cNvSpPr>
            <a:spLocks noChangeShapeType="1"/>
          </p:cNvSpPr>
          <p:nvPr/>
        </p:nvSpPr>
        <p:spPr bwMode="auto">
          <a:xfrm>
            <a:off x="611188" y="981075"/>
            <a:ext cx="8064500" cy="0"/>
          </a:xfrm>
          <a:prstGeom prst="line">
            <a:avLst/>
          </a:prstGeom>
          <a:noFill/>
          <a:ln w="28575">
            <a:solidFill>
              <a:srgbClr val="FF0000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TW" altLang="en-US">
              <a:solidFill>
                <a:srgbClr val="000000"/>
              </a:solidFill>
              <a:ea typeface="新細明體" panose="02020500000000000000" charset="-120"/>
            </a:endParaRPr>
          </a:p>
        </p:txBody>
      </p:sp>
      <p:sp>
        <p:nvSpPr>
          <p:cNvPr id="1090566" name="Line 6"/>
          <p:cNvSpPr>
            <a:spLocks noChangeShapeType="1"/>
          </p:cNvSpPr>
          <p:nvPr/>
        </p:nvSpPr>
        <p:spPr bwMode="auto">
          <a:xfrm>
            <a:off x="2051050" y="6597650"/>
            <a:ext cx="5834063" cy="0"/>
          </a:xfrm>
          <a:prstGeom prst="line">
            <a:avLst/>
          </a:prstGeom>
          <a:noFill/>
          <a:ln w="28575">
            <a:solidFill>
              <a:srgbClr val="FF0000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TW" altLang="en-US">
              <a:solidFill>
                <a:srgbClr val="000000"/>
              </a:solidFill>
              <a:ea typeface="新細明體" panose="02020500000000000000" charset="-120"/>
            </a:endParaRPr>
          </a:p>
        </p:txBody>
      </p:sp>
      <p:pic>
        <p:nvPicPr>
          <p:cNvPr id="1090567" name="Picture 7" descr="3"/>
          <p:cNvPicPr>
            <a:picLocks noChangeAspect="1" noChangeArrowheads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56550" y="6308725"/>
            <a:ext cx="914400" cy="2857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90568" name="Rectangle 8"/>
          <p:cNvSpPr>
            <a:spLocks noGrp="1" noChangeArrowheads="1"/>
          </p:cNvSpPr>
          <p:nvPr>
            <p:ph type="title"/>
          </p:nvPr>
        </p:nvSpPr>
        <p:spPr bwMode="auto">
          <a:xfrm>
            <a:off x="611188" y="274638"/>
            <a:ext cx="6697662" cy="6334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37" tIns="45718" rIns="91437" bIns="45718" numCol="1" anchor="ctr" anchorCtr="0" compatLnSpc="1"/>
          <a:lstStyle/>
          <a:p>
            <a:pPr lvl="0"/>
            <a:r>
              <a:rPr lang="zh-TW" altLang="en-US"/>
              <a:t>按一下以編輯母片標題樣式</a:t>
            </a:r>
          </a:p>
        </p:txBody>
      </p:sp>
      <p:sp>
        <p:nvSpPr>
          <p:cNvPr id="1090569" name="Rectangle 9"/>
          <p:cNvSpPr>
            <a:spLocks noGrp="1" noChangeArrowheads="1"/>
          </p:cNvSpPr>
          <p:nvPr>
            <p:ph type="body" idx="1"/>
          </p:nvPr>
        </p:nvSpPr>
        <p:spPr bwMode="auto">
          <a:xfrm>
            <a:off x="611188" y="1196975"/>
            <a:ext cx="8075612" cy="49291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37" tIns="45718" rIns="91437" bIns="45718" numCol="1" anchor="t" anchorCtr="0" compatLnSpc="1"/>
          <a:lstStyle/>
          <a:p>
            <a:pPr lvl="0"/>
            <a:r>
              <a:rPr lang="zh-TW" altLang="en-US"/>
              <a:t>按一下以編輯母片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05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09056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09056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056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09056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09056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056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09056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09056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056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109056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109056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90568" grpId="0"/>
      <p:bldP spid="1090569" grpId="0" build="p">
        <p:tmplLst>
          <p:tmpl lvl="1">
            <p:tnLst>
              <p:par>
                <p:cTn presetID="2" presetClass="entr" presetSubtype="2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090569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1090569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1+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1090569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  <p:tmpl lvl="2">
            <p:tnLst>
              <p:par>
                <p:cTn presetID="2" presetClass="entr" presetSubtype="2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090569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1090569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1+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1090569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  <p:tmpl lvl="3">
            <p:tnLst>
              <p:par>
                <p:cTn presetID="2" presetClass="entr" presetSubtype="2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090569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1090569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1+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1090569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</p:bldLst>
  </p:timing>
  <p:hf hdr="0" ftr="0" dt="0"/>
  <p:txStyles>
    <p:titleStyle>
      <a:lvl1pPr algn="l" rtl="0" fontAlgn="base">
        <a:spcBef>
          <a:spcPct val="0"/>
        </a:spcBef>
        <a:spcAft>
          <a:spcPct val="0"/>
        </a:spcAft>
        <a:defRPr kumimoji="1" sz="3000" b="1">
          <a:solidFill>
            <a:schemeClr val="tx2"/>
          </a:solidFill>
          <a:latin typeface="+mj-lt"/>
          <a:ea typeface="+mj-ea"/>
          <a:cs typeface="+mj-cs"/>
        </a:defRPr>
      </a:lvl1pPr>
      <a:lvl2pPr algn="l" rtl="0" fontAlgn="base">
        <a:spcBef>
          <a:spcPct val="0"/>
        </a:spcBef>
        <a:spcAft>
          <a:spcPct val="0"/>
        </a:spcAft>
        <a:defRPr kumimoji="1" sz="3000" b="1">
          <a:solidFill>
            <a:schemeClr val="tx2"/>
          </a:solidFill>
          <a:latin typeface="標楷體" panose="03000509000000000000" pitchFamily="65" charset="-120"/>
          <a:ea typeface="標楷體" panose="03000509000000000000" pitchFamily="65" charset="-120"/>
        </a:defRPr>
      </a:lvl2pPr>
      <a:lvl3pPr algn="l" rtl="0" fontAlgn="base">
        <a:spcBef>
          <a:spcPct val="0"/>
        </a:spcBef>
        <a:spcAft>
          <a:spcPct val="0"/>
        </a:spcAft>
        <a:defRPr kumimoji="1" sz="3000" b="1">
          <a:solidFill>
            <a:schemeClr val="tx2"/>
          </a:solidFill>
          <a:latin typeface="標楷體" panose="03000509000000000000" pitchFamily="65" charset="-120"/>
          <a:ea typeface="標楷體" panose="03000509000000000000" pitchFamily="65" charset="-120"/>
        </a:defRPr>
      </a:lvl3pPr>
      <a:lvl4pPr algn="l" rtl="0" fontAlgn="base">
        <a:spcBef>
          <a:spcPct val="0"/>
        </a:spcBef>
        <a:spcAft>
          <a:spcPct val="0"/>
        </a:spcAft>
        <a:defRPr kumimoji="1" sz="3000" b="1">
          <a:solidFill>
            <a:schemeClr val="tx2"/>
          </a:solidFill>
          <a:latin typeface="標楷體" panose="03000509000000000000" pitchFamily="65" charset="-120"/>
          <a:ea typeface="標楷體" panose="03000509000000000000" pitchFamily="65" charset="-120"/>
        </a:defRPr>
      </a:lvl4pPr>
      <a:lvl5pPr algn="l" rtl="0" fontAlgn="base">
        <a:spcBef>
          <a:spcPct val="0"/>
        </a:spcBef>
        <a:spcAft>
          <a:spcPct val="0"/>
        </a:spcAft>
        <a:defRPr kumimoji="1" sz="3000" b="1">
          <a:solidFill>
            <a:schemeClr val="tx2"/>
          </a:solidFill>
          <a:latin typeface="標楷體" panose="03000509000000000000" pitchFamily="65" charset="-120"/>
          <a:ea typeface="標楷體" panose="03000509000000000000" pitchFamily="65" charset="-120"/>
        </a:defRPr>
      </a:lvl5pPr>
      <a:lvl6pPr marL="457200" algn="l" rtl="0" fontAlgn="base">
        <a:spcBef>
          <a:spcPct val="0"/>
        </a:spcBef>
        <a:spcAft>
          <a:spcPct val="0"/>
        </a:spcAft>
        <a:defRPr kumimoji="1" sz="3000" b="1">
          <a:solidFill>
            <a:schemeClr val="tx2"/>
          </a:solidFill>
          <a:latin typeface="標楷體" panose="03000509000000000000" pitchFamily="65" charset="-120"/>
          <a:ea typeface="標楷體" panose="03000509000000000000" pitchFamily="65" charset="-120"/>
        </a:defRPr>
      </a:lvl6pPr>
      <a:lvl7pPr marL="914400" algn="l" rtl="0" fontAlgn="base">
        <a:spcBef>
          <a:spcPct val="0"/>
        </a:spcBef>
        <a:spcAft>
          <a:spcPct val="0"/>
        </a:spcAft>
        <a:defRPr kumimoji="1" sz="3000" b="1">
          <a:solidFill>
            <a:schemeClr val="tx2"/>
          </a:solidFill>
          <a:latin typeface="標楷體" panose="03000509000000000000" pitchFamily="65" charset="-120"/>
          <a:ea typeface="標楷體" panose="03000509000000000000" pitchFamily="65" charset="-120"/>
        </a:defRPr>
      </a:lvl7pPr>
      <a:lvl8pPr marL="1371600" algn="l" rtl="0" fontAlgn="base">
        <a:spcBef>
          <a:spcPct val="0"/>
        </a:spcBef>
        <a:spcAft>
          <a:spcPct val="0"/>
        </a:spcAft>
        <a:defRPr kumimoji="1" sz="3000" b="1">
          <a:solidFill>
            <a:schemeClr val="tx2"/>
          </a:solidFill>
          <a:latin typeface="標楷體" panose="03000509000000000000" pitchFamily="65" charset="-120"/>
          <a:ea typeface="標楷體" panose="03000509000000000000" pitchFamily="65" charset="-120"/>
        </a:defRPr>
      </a:lvl8pPr>
      <a:lvl9pPr marL="1828800" algn="l" rtl="0" fontAlgn="base">
        <a:spcBef>
          <a:spcPct val="0"/>
        </a:spcBef>
        <a:spcAft>
          <a:spcPct val="0"/>
        </a:spcAft>
        <a:defRPr kumimoji="1" sz="3000" b="1">
          <a:solidFill>
            <a:schemeClr val="tx2"/>
          </a:solidFill>
          <a:latin typeface="標楷體" panose="03000509000000000000" pitchFamily="65" charset="-120"/>
          <a:ea typeface="標楷體" panose="03000509000000000000" pitchFamily="65" charset="-120"/>
        </a:defRPr>
      </a:lvl9pPr>
    </p:titleStyle>
    <p:bodyStyle>
      <a:lvl1pPr marL="342900" indent="-342900" algn="l" rtl="0" fontAlgn="base">
        <a:spcBef>
          <a:spcPct val="20000"/>
        </a:spcBef>
        <a:spcAft>
          <a:spcPct val="0"/>
        </a:spcAft>
        <a:buClr>
          <a:srgbClr val="FF3300"/>
        </a:buClr>
        <a:buFont typeface="Wingdings" panose="05000000000000000000" pitchFamily="2" charset="2"/>
        <a:buChar char="n"/>
        <a:defRPr kumimoji="1" sz="2400" b="1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fontAlgn="base">
        <a:spcBef>
          <a:spcPct val="20000"/>
        </a:spcBef>
        <a:spcAft>
          <a:spcPct val="0"/>
        </a:spcAft>
        <a:buClr>
          <a:srgbClr val="FF3300"/>
        </a:buClr>
        <a:buFont typeface="Wingdings" panose="05000000000000000000" pitchFamily="2" charset="2"/>
        <a:buChar char="n"/>
        <a:defRPr kumimoji="1" sz="2000" b="1">
          <a:solidFill>
            <a:schemeClr val="tx1"/>
          </a:solidFill>
          <a:latin typeface="+mn-lt"/>
          <a:ea typeface="+mn-ea"/>
        </a:defRPr>
      </a:lvl2pPr>
      <a:lvl3pPr marL="1143000" indent="-228600" algn="l" rtl="0" fontAlgn="base">
        <a:spcBef>
          <a:spcPct val="20000"/>
        </a:spcBef>
        <a:spcAft>
          <a:spcPct val="0"/>
        </a:spcAft>
        <a:buClr>
          <a:srgbClr val="FF3300"/>
        </a:buClr>
        <a:buFont typeface="Wingdings" panose="05000000000000000000" pitchFamily="2" charset="2"/>
        <a:buChar char="n"/>
        <a:defRPr kumimoji="1" b="1">
          <a:solidFill>
            <a:schemeClr val="tx1"/>
          </a:solidFill>
          <a:latin typeface="+mn-lt"/>
          <a:ea typeface="+mn-ea"/>
        </a:defRPr>
      </a:lvl3pPr>
      <a:lvl4pPr marL="1600200" indent="-228600" algn="l" rtl="0" fontAlgn="base">
        <a:spcBef>
          <a:spcPct val="20000"/>
        </a:spcBef>
        <a:spcAft>
          <a:spcPct val="0"/>
        </a:spcAft>
        <a:buChar char="–"/>
        <a:defRPr kumimoji="1" sz="2000">
          <a:solidFill>
            <a:schemeClr val="tx1"/>
          </a:solidFill>
          <a:latin typeface="+mn-lt"/>
          <a:ea typeface="新細明體" panose="02020500000000000000" charset="-120"/>
        </a:defRPr>
      </a:lvl4pPr>
      <a:lvl5pPr marL="20574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新細明體" panose="02020500000000000000" charset="-120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新細明體" panose="02020500000000000000" charset="-120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新細明體" panose="02020500000000000000" charset="-120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新細明體" panose="02020500000000000000" charset="-120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新細明體" panose="02020500000000000000" charset="-120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版面配置區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88997FB-EFBE-4ED6-A43F-DDA1512FD57C}" type="datetimeFigureOut">
              <a:rPr lang="zh-TW" altLang="en-US" smtClean="0"/>
              <a:t>2026/4/30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3C0E97A-62D1-41C7-936F-199E295F9AB2}" type="slidenum">
              <a:rPr lang="zh-TW" altLang="en-US" smtClean="0"/>
              <a:t>‹#›</a:t>
            </a:fld>
            <a:endParaRPr lang="zh-TW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0563" name="Rectangle 3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675688" y="6642100"/>
            <a:ext cx="468312" cy="2159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37" tIns="45718" rIns="91437" bIns="45718" numCol="1" anchor="t" anchorCtr="0" compatLnSpc="1"/>
          <a:lstStyle>
            <a:lvl1pPr algn="r">
              <a:defRPr sz="1200">
                <a:ea typeface="新細明體" panose="02020500000000000000" charset="-120"/>
              </a:defRPr>
            </a:lvl1pPr>
          </a:lstStyle>
          <a:p>
            <a:pPr>
              <a:defRPr/>
            </a:pPr>
            <a:fld id="{3F21431A-0C06-4923-9B61-C55D1AEC9577}" type="slidenum">
              <a:rPr lang="zh-TW" altLang="en-US">
                <a:solidFill>
                  <a:srgbClr val="000000"/>
                </a:solidFill>
              </a:rPr>
              <a:t>‹#›</a:t>
            </a:fld>
            <a:endParaRPr lang="en-US" altLang="zh-TW">
              <a:solidFill>
                <a:srgbClr val="000000"/>
              </a:solidFill>
            </a:endParaRPr>
          </a:p>
        </p:txBody>
      </p:sp>
      <p:sp>
        <p:nvSpPr>
          <p:cNvPr id="1090564" name="Text Box 4"/>
          <p:cNvSpPr txBox="1">
            <a:spLocks noChangeArrowheads="1"/>
          </p:cNvSpPr>
          <p:nvPr/>
        </p:nvSpPr>
        <p:spPr bwMode="auto">
          <a:xfrm>
            <a:off x="468313" y="6453188"/>
            <a:ext cx="2303462" cy="244475"/>
          </a:xfrm>
          <a:prstGeom prst="rect">
            <a:avLst/>
          </a:prstGeom>
          <a:noFill/>
          <a:ln>
            <a:noFill/>
          </a:ln>
          <a:effectLst/>
        </p:spPr>
        <p:txBody>
          <a:bodyPr lIns="91437" tIns="45718" rIns="91437" bIns="45718">
            <a:spAutoFit/>
          </a:bodyPr>
          <a:lstStyle/>
          <a:p>
            <a:pPr>
              <a:spcBef>
                <a:spcPct val="50000"/>
              </a:spcBef>
              <a:defRPr/>
            </a:pPr>
            <a:r>
              <a:rPr lang="zh-TW" altLang="en-US" sz="1000">
                <a:solidFill>
                  <a:srgbClr val="808080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誠信  承諾  創新  合作</a:t>
            </a:r>
          </a:p>
        </p:txBody>
      </p:sp>
      <p:sp>
        <p:nvSpPr>
          <p:cNvPr id="1090565" name="Line 5"/>
          <p:cNvSpPr>
            <a:spLocks noChangeShapeType="1"/>
          </p:cNvSpPr>
          <p:nvPr/>
        </p:nvSpPr>
        <p:spPr bwMode="auto">
          <a:xfrm>
            <a:off x="611188" y="981075"/>
            <a:ext cx="8064500" cy="0"/>
          </a:xfrm>
          <a:prstGeom prst="line">
            <a:avLst/>
          </a:prstGeom>
          <a:noFill/>
          <a:ln w="28575">
            <a:solidFill>
              <a:srgbClr val="FF0000"/>
            </a:solidFill>
            <a:round/>
          </a:ln>
          <a:effectLst/>
        </p:spPr>
        <p:txBody>
          <a:bodyPr/>
          <a:lstStyle/>
          <a:p>
            <a:pPr>
              <a:defRPr/>
            </a:pPr>
            <a:endParaRPr lang="zh-TW" altLang="en-US">
              <a:solidFill>
                <a:srgbClr val="000000"/>
              </a:solidFill>
              <a:ea typeface="新細明體" panose="02020500000000000000" charset="-120"/>
            </a:endParaRPr>
          </a:p>
        </p:txBody>
      </p:sp>
      <p:sp>
        <p:nvSpPr>
          <p:cNvPr id="1090566" name="Line 6"/>
          <p:cNvSpPr>
            <a:spLocks noChangeShapeType="1"/>
          </p:cNvSpPr>
          <p:nvPr/>
        </p:nvSpPr>
        <p:spPr bwMode="auto">
          <a:xfrm>
            <a:off x="2051050" y="6597650"/>
            <a:ext cx="5834063" cy="0"/>
          </a:xfrm>
          <a:prstGeom prst="line">
            <a:avLst/>
          </a:prstGeom>
          <a:noFill/>
          <a:ln w="28575">
            <a:solidFill>
              <a:srgbClr val="FF0000"/>
            </a:solidFill>
            <a:round/>
          </a:ln>
          <a:effectLst/>
        </p:spPr>
        <p:txBody>
          <a:bodyPr/>
          <a:lstStyle/>
          <a:p>
            <a:pPr>
              <a:defRPr/>
            </a:pPr>
            <a:endParaRPr lang="zh-TW" altLang="en-US">
              <a:solidFill>
                <a:srgbClr val="000000"/>
              </a:solidFill>
              <a:ea typeface="新細明體" panose="02020500000000000000" charset="-120"/>
            </a:endParaRPr>
          </a:p>
        </p:txBody>
      </p:sp>
      <p:pic>
        <p:nvPicPr>
          <p:cNvPr id="1030" name="Picture 7" descr="3"/>
          <p:cNvPicPr>
            <a:picLocks noChangeAspect="1" noChangeArrowheads="1"/>
          </p:cNvPicPr>
          <p:nvPr/>
        </p:nvPicPr>
        <p:blipFill>
          <a:blip r:embed="rId13"/>
          <a:srcRect/>
          <a:stretch>
            <a:fillRect/>
          </a:stretch>
        </p:blipFill>
        <p:spPr bwMode="auto">
          <a:xfrm>
            <a:off x="7956550" y="6308725"/>
            <a:ext cx="914400" cy="2857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090568" name="Rectangle 8"/>
          <p:cNvSpPr>
            <a:spLocks noGrp="1" noChangeArrowheads="1"/>
          </p:cNvSpPr>
          <p:nvPr>
            <p:ph type="title"/>
          </p:nvPr>
        </p:nvSpPr>
        <p:spPr bwMode="auto">
          <a:xfrm>
            <a:off x="611188" y="274638"/>
            <a:ext cx="6697662" cy="633412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91437" tIns="45718" rIns="91437" bIns="45718" numCol="1" anchor="ctr" anchorCtr="0" compatLnSpc="1"/>
          <a:lstStyle/>
          <a:p>
            <a:pPr lvl="0"/>
            <a:r>
              <a:rPr lang="zh-TW" altLang="en-US"/>
              <a:t>按一下以編輯母片標題樣式</a:t>
            </a:r>
          </a:p>
        </p:txBody>
      </p:sp>
      <p:sp>
        <p:nvSpPr>
          <p:cNvPr id="1090569" name="Rectangle 9"/>
          <p:cNvSpPr>
            <a:spLocks noGrp="1" noChangeArrowheads="1"/>
          </p:cNvSpPr>
          <p:nvPr>
            <p:ph type="body" idx="1"/>
          </p:nvPr>
        </p:nvSpPr>
        <p:spPr bwMode="auto">
          <a:xfrm>
            <a:off x="611188" y="1196975"/>
            <a:ext cx="8075612" cy="4929188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91437" tIns="45718" rIns="91437" bIns="45718" numCol="1" anchor="t" anchorCtr="0" compatLnSpc="1"/>
          <a:lstStyle/>
          <a:p>
            <a:pPr lvl="0"/>
            <a:r>
              <a:rPr lang="zh-TW" altLang="en-US"/>
              <a:t>按一下以編輯母片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</p:sldLayoutIdLs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05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09056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09056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056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09056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09056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056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09056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09056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056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109056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109056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90568" grpId="0"/>
      <p:bldP spid="1090569" grpId="0" build="p">
        <p:tmplLst>
          <p:tmpl lvl="1">
            <p:tnLst>
              <p:par>
                <p:cTn presetID="2" presetClass="entr" presetSubtype="2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090569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1090569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1+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1090569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  <p:tmpl lvl="2">
            <p:tnLst>
              <p:par>
                <p:cTn presetID="2" presetClass="entr" presetSubtype="2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090569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1090569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1+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1090569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  <p:tmpl lvl="3">
            <p:tnLst>
              <p:par>
                <p:cTn presetID="2" presetClass="entr" presetSubtype="2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090569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1090569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1+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1090569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</p:bldLst>
  </p:timing>
  <p:hf hdr="0" ftr="0" dt="0"/>
  <p:txStyles>
    <p:titleStyle>
      <a:lvl1pPr algn="l" rtl="0" eaLnBrk="0" fontAlgn="base" hangingPunct="0">
        <a:spcBef>
          <a:spcPct val="0"/>
        </a:spcBef>
        <a:spcAft>
          <a:spcPct val="0"/>
        </a:spcAft>
        <a:defRPr kumimoji="1" sz="3000" b="1">
          <a:solidFill>
            <a:schemeClr val="tx2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kumimoji="1" sz="3000" b="1">
          <a:solidFill>
            <a:schemeClr val="tx2"/>
          </a:solidFill>
          <a:latin typeface="標楷體" panose="03000509000000000000" pitchFamily="65" charset="-120"/>
          <a:ea typeface="標楷體" panose="03000509000000000000" pitchFamily="65" charset="-12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kumimoji="1" sz="3000" b="1">
          <a:solidFill>
            <a:schemeClr val="tx2"/>
          </a:solidFill>
          <a:latin typeface="標楷體" panose="03000509000000000000" pitchFamily="65" charset="-120"/>
          <a:ea typeface="標楷體" panose="03000509000000000000" pitchFamily="65" charset="-12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kumimoji="1" sz="3000" b="1">
          <a:solidFill>
            <a:schemeClr val="tx2"/>
          </a:solidFill>
          <a:latin typeface="標楷體" panose="03000509000000000000" pitchFamily="65" charset="-120"/>
          <a:ea typeface="標楷體" panose="03000509000000000000" pitchFamily="65" charset="-12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kumimoji="1" sz="3000" b="1">
          <a:solidFill>
            <a:schemeClr val="tx2"/>
          </a:solidFill>
          <a:latin typeface="標楷體" panose="03000509000000000000" pitchFamily="65" charset="-120"/>
          <a:ea typeface="標楷體" panose="03000509000000000000" pitchFamily="65" charset="-120"/>
        </a:defRPr>
      </a:lvl5pPr>
      <a:lvl6pPr marL="457200" algn="l" rtl="0" fontAlgn="base">
        <a:spcBef>
          <a:spcPct val="0"/>
        </a:spcBef>
        <a:spcAft>
          <a:spcPct val="0"/>
        </a:spcAft>
        <a:defRPr kumimoji="1" sz="3000" b="1">
          <a:solidFill>
            <a:schemeClr val="tx2"/>
          </a:solidFill>
          <a:latin typeface="標楷體" panose="03000509000000000000" pitchFamily="65" charset="-120"/>
          <a:ea typeface="標楷體" panose="03000509000000000000" pitchFamily="65" charset="-120"/>
        </a:defRPr>
      </a:lvl6pPr>
      <a:lvl7pPr marL="914400" algn="l" rtl="0" fontAlgn="base">
        <a:spcBef>
          <a:spcPct val="0"/>
        </a:spcBef>
        <a:spcAft>
          <a:spcPct val="0"/>
        </a:spcAft>
        <a:defRPr kumimoji="1" sz="3000" b="1">
          <a:solidFill>
            <a:schemeClr val="tx2"/>
          </a:solidFill>
          <a:latin typeface="標楷體" panose="03000509000000000000" pitchFamily="65" charset="-120"/>
          <a:ea typeface="標楷體" panose="03000509000000000000" pitchFamily="65" charset="-120"/>
        </a:defRPr>
      </a:lvl7pPr>
      <a:lvl8pPr marL="1371600" algn="l" rtl="0" fontAlgn="base">
        <a:spcBef>
          <a:spcPct val="0"/>
        </a:spcBef>
        <a:spcAft>
          <a:spcPct val="0"/>
        </a:spcAft>
        <a:defRPr kumimoji="1" sz="3000" b="1">
          <a:solidFill>
            <a:schemeClr val="tx2"/>
          </a:solidFill>
          <a:latin typeface="標楷體" panose="03000509000000000000" pitchFamily="65" charset="-120"/>
          <a:ea typeface="標楷體" panose="03000509000000000000" pitchFamily="65" charset="-120"/>
        </a:defRPr>
      </a:lvl8pPr>
      <a:lvl9pPr marL="1828800" algn="l" rtl="0" fontAlgn="base">
        <a:spcBef>
          <a:spcPct val="0"/>
        </a:spcBef>
        <a:spcAft>
          <a:spcPct val="0"/>
        </a:spcAft>
        <a:defRPr kumimoji="1" sz="3000" b="1">
          <a:solidFill>
            <a:schemeClr val="tx2"/>
          </a:solidFill>
          <a:latin typeface="標楷體" panose="03000509000000000000" pitchFamily="65" charset="-120"/>
          <a:ea typeface="標楷體" panose="03000509000000000000" pitchFamily="65" charset="-12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rgbClr val="FF3300"/>
        </a:buClr>
        <a:buFont typeface="Wingdings" panose="05000000000000000000" pitchFamily="2" charset="2"/>
        <a:buChar char="n"/>
        <a:defRPr kumimoji="1" sz="2400" b="1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lr>
          <a:srgbClr val="FF3300"/>
        </a:buClr>
        <a:buFont typeface="Wingdings" panose="05000000000000000000" pitchFamily="2" charset="2"/>
        <a:buChar char="n"/>
        <a:defRPr kumimoji="1" sz="2000" b="1">
          <a:solidFill>
            <a:schemeClr val="tx1"/>
          </a:solidFill>
          <a:latin typeface="+mn-lt"/>
          <a:ea typeface="+mn-ea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lr>
          <a:srgbClr val="FF3300"/>
        </a:buClr>
        <a:buFont typeface="Wingdings" panose="05000000000000000000" pitchFamily="2" charset="2"/>
        <a:buChar char="n"/>
        <a:defRPr kumimoji="1" b="1">
          <a:solidFill>
            <a:schemeClr val="tx1"/>
          </a:solidFill>
          <a:latin typeface="+mn-lt"/>
          <a:ea typeface="+mn-ea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kumimoji="1" sz="2000">
          <a:solidFill>
            <a:schemeClr val="tx1"/>
          </a:solidFill>
          <a:latin typeface="+mn-lt"/>
          <a:ea typeface="新細明體" panose="02020500000000000000" charset="-120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新細明體" panose="02020500000000000000" charset="-120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新細明體" panose="02020500000000000000" charset="-120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新細明體" panose="02020500000000000000" charset="-120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新細明體" panose="02020500000000000000" charset="-120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新細明體" panose="02020500000000000000" charset="-120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版面配置區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9EFF09E-4EA0-4518-A9E8-449DE34F8B74}" type="datetimeFigureOut">
              <a:rPr lang="zh-TW" altLang="en-US" smtClean="0"/>
              <a:t>2026/4/30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C4C9021-A16D-4E5C-A421-A5275F523D45}" type="slidenum">
              <a:rPr lang="zh-TW" altLang="en-US" smtClean="0"/>
              <a:t>‹#›</a:t>
            </a:fld>
            <a:endParaRPr lang="zh-TW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97" r:id="rId1"/>
    <p:sldLayoutId id="2147483698" r:id="rId2"/>
    <p:sldLayoutId id="2147483699" r:id="rId3"/>
    <p:sldLayoutId id="2147483700" r:id="rId4"/>
    <p:sldLayoutId id="2147483701" r:id="rId5"/>
    <p:sldLayoutId id="2147483702" r:id="rId6"/>
    <p:sldLayoutId id="2147483703" r:id="rId7"/>
    <p:sldLayoutId id="2147483704" r:id="rId8"/>
    <p:sldLayoutId id="2147483705" r:id="rId9"/>
    <p:sldLayoutId id="2147483706" r:id="rId10"/>
    <p:sldLayoutId id="2147483707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6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30" name="Picture 17" descr="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57380" y="6258561"/>
            <a:ext cx="887628" cy="37851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0974" name="Rectangle 14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032826" y="6604911"/>
            <a:ext cx="1080000" cy="224565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algn="r">
              <a:defRPr sz="900">
                <a:latin typeface="微軟正黑體" panose="020B0604030504040204" pitchFamily="34" charset="-120"/>
                <a:ea typeface="微軟正黑體" panose="020B0604030504040204" pitchFamily="34" charset="-120"/>
              </a:defRPr>
            </a:lvl1pPr>
          </a:lstStyle>
          <a:p>
            <a:pPr defTabSz="829310">
              <a:spcBef>
                <a:spcPct val="0"/>
              </a:spcBef>
              <a:defRPr/>
            </a:pPr>
            <a:r>
              <a:rPr lang="zh-TW" altLang="en-US">
                <a:solidFill>
                  <a:prstClr val="black"/>
                </a:solidFill>
              </a:rPr>
              <a:t>第</a:t>
            </a:r>
            <a:fld id="{97E2107F-FE5C-4B21-9691-E81A2D991AEB}" type="slidenum">
              <a:rPr lang="en-US" altLang="zh-TW" smtClean="0">
                <a:solidFill>
                  <a:prstClr val="black"/>
                </a:solidFill>
              </a:rPr>
              <a:t>‹#›</a:t>
            </a:fld>
            <a:r>
              <a:rPr lang="zh-TW" altLang="en-US">
                <a:solidFill>
                  <a:prstClr val="black"/>
                </a:solidFill>
              </a:rPr>
              <a:t>頁</a:t>
            </a:r>
            <a:endParaRPr lang="en-US" altLang="zh-TW" dirty="0">
              <a:solidFill>
                <a:prstClr val="black"/>
              </a:solidFill>
            </a:endParaRPr>
          </a:p>
        </p:txBody>
      </p:sp>
      <p:sp>
        <p:nvSpPr>
          <p:cNvPr id="1028" name="Line 22"/>
          <p:cNvSpPr>
            <a:spLocks noChangeShapeType="1"/>
          </p:cNvSpPr>
          <p:nvPr/>
        </p:nvSpPr>
        <p:spPr bwMode="auto">
          <a:xfrm>
            <a:off x="611188" y="981075"/>
            <a:ext cx="8064500" cy="0"/>
          </a:xfrm>
          <a:prstGeom prst="line">
            <a:avLst/>
          </a:prstGeom>
          <a:noFill/>
          <a:ln w="28575">
            <a:solidFill>
              <a:srgbClr val="FF0000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l" defTabSz="82931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TW" altLang="en-US" sz="1635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新細明體" panose="02020500000000000000" charset="-120"/>
              <a:cs typeface="+mn-cs"/>
            </a:endParaRPr>
          </a:p>
        </p:txBody>
      </p:sp>
      <p:sp>
        <p:nvSpPr>
          <p:cNvPr id="1029" name="Line 23"/>
          <p:cNvSpPr>
            <a:spLocks noChangeShapeType="1"/>
          </p:cNvSpPr>
          <p:nvPr/>
        </p:nvSpPr>
        <p:spPr bwMode="auto">
          <a:xfrm>
            <a:off x="1894842" y="6511178"/>
            <a:ext cx="5940000" cy="0"/>
          </a:xfrm>
          <a:prstGeom prst="line">
            <a:avLst/>
          </a:prstGeom>
          <a:noFill/>
          <a:ln w="28575">
            <a:solidFill>
              <a:srgbClr val="FF0000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l" defTabSz="82931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TW" altLang="en-US" sz="1635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新細明體" panose="02020500000000000000" charset="-120"/>
              <a:cs typeface="+mn-cs"/>
            </a:endParaRPr>
          </a:p>
        </p:txBody>
      </p:sp>
      <p:sp>
        <p:nvSpPr>
          <p:cNvPr id="1031" name="Rectangle 24"/>
          <p:cNvSpPr>
            <a:spLocks noGrp="1" noChangeArrowheads="1"/>
          </p:cNvSpPr>
          <p:nvPr>
            <p:ph type="title"/>
          </p:nvPr>
        </p:nvSpPr>
        <p:spPr bwMode="auto">
          <a:xfrm>
            <a:off x="611190" y="225086"/>
            <a:ext cx="8047129" cy="69790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/>
          <a:lstStyle/>
          <a:p>
            <a:pPr lvl="0"/>
            <a:r>
              <a:rPr lang="zh-TW" altLang="en-US"/>
              <a:t>按一下以編輯母片標題樣式</a:t>
            </a:r>
          </a:p>
        </p:txBody>
      </p:sp>
      <p:sp>
        <p:nvSpPr>
          <p:cNvPr id="1032" name="Rectangle 25"/>
          <p:cNvSpPr>
            <a:spLocks noGrp="1" noChangeArrowheads="1"/>
          </p:cNvSpPr>
          <p:nvPr>
            <p:ph type="body" idx="1"/>
          </p:nvPr>
        </p:nvSpPr>
        <p:spPr bwMode="auto">
          <a:xfrm>
            <a:off x="611189" y="1195754"/>
            <a:ext cx="8047128" cy="51367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pPr lvl="0"/>
            <a:r>
              <a:rPr lang="zh-TW" altLang="en-US" dirty="0"/>
              <a:t>按一下以編輯母片</a:t>
            </a:r>
          </a:p>
          <a:p>
            <a:pPr lvl="1"/>
            <a:r>
              <a:rPr lang="zh-TW" altLang="en-US" dirty="0"/>
              <a:t>第二層</a:t>
            </a:r>
          </a:p>
          <a:p>
            <a:pPr lvl="2"/>
            <a:r>
              <a:rPr lang="zh-TW" altLang="en-US" dirty="0"/>
              <a:t>第三層</a:t>
            </a:r>
          </a:p>
        </p:txBody>
      </p:sp>
      <p:sp>
        <p:nvSpPr>
          <p:cNvPr id="12" name="Text Box 21"/>
          <p:cNvSpPr txBox="1">
            <a:spLocks noChangeArrowheads="1"/>
          </p:cNvSpPr>
          <p:nvPr/>
        </p:nvSpPr>
        <p:spPr bwMode="auto">
          <a:xfrm>
            <a:off x="549356" y="6368305"/>
            <a:ext cx="1727597" cy="21822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67544" tIns="33764" rIns="67544" bIns="33764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charset="-120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charset="-120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charset="-120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charset="-120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charset="-120"/>
              </a:defRPr>
            </a:lvl9pPr>
          </a:lstStyle>
          <a:p>
            <a:pPr eaLnBrk="1" hangingPunct="1">
              <a:spcBef>
                <a:spcPct val="50000"/>
              </a:spcBef>
              <a:defRPr/>
            </a:pPr>
            <a:r>
              <a:rPr lang="zh-TW" altLang="en-US" sz="975" b="1" dirty="0">
                <a:solidFill>
                  <a:srgbClr val="80808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誠信  承諾  創新  合作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hdr="0" ftr="0" dt="0"/>
  <p:txStyles>
    <p:titleStyle>
      <a:lvl1pPr algn="l" rtl="0" eaLnBrk="0" fontAlgn="base" hangingPunct="0">
        <a:spcBef>
          <a:spcPct val="0"/>
        </a:spcBef>
        <a:spcAft>
          <a:spcPct val="0"/>
        </a:spcAft>
        <a:defRPr kumimoji="1" sz="2400" b="1">
          <a:solidFill>
            <a:schemeClr val="tx1"/>
          </a:solidFill>
          <a:latin typeface="微軟正黑體" panose="020B0604030504040204" pitchFamily="34" charset="-120"/>
          <a:ea typeface="微軟正黑體" panose="020B0604030504040204" pitchFamily="34" charset="-120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kumimoji="1" sz="2720" b="1">
          <a:solidFill>
            <a:schemeClr val="tx2"/>
          </a:solidFill>
          <a:latin typeface="標楷體" panose="03000509000000000000" pitchFamily="65" charset="-120"/>
          <a:ea typeface="標楷體" panose="03000509000000000000" pitchFamily="65" charset="-12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kumimoji="1" sz="2720" b="1">
          <a:solidFill>
            <a:schemeClr val="tx2"/>
          </a:solidFill>
          <a:latin typeface="標楷體" panose="03000509000000000000" pitchFamily="65" charset="-120"/>
          <a:ea typeface="標楷體" panose="03000509000000000000" pitchFamily="65" charset="-12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kumimoji="1" sz="2720" b="1">
          <a:solidFill>
            <a:schemeClr val="tx2"/>
          </a:solidFill>
          <a:latin typeface="標楷體" panose="03000509000000000000" pitchFamily="65" charset="-120"/>
          <a:ea typeface="標楷體" panose="03000509000000000000" pitchFamily="65" charset="-12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kumimoji="1" sz="2720" b="1">
          <a:solidFill>
            <a:schemeClr val="tx2"/>
          </a:solidFill>
          <a:latin typeface="標楷體" panose="03000509000000000000" pitchFamily="65" charset="-120"/>
          <a:ea typeface="標楷體" panose="03000509000000000000" pitchFamily="65" charset="-120"/>
        </a:defRPr>
      </a:lvl5pPr>
      <a:lvl6pPr marL="414655" algn="l" rtl="0" fontAlgn="base">
        <a:spcBef>
          <a:spcPct val="0"/>
        </a:spcBef>
        <a:spcAft>
          <a:spcPct val="0"/>
        </a:spcAft>
        <a:defRPr kumimoji="1" sz="2720" b="1">
          <a:solidFill>
            <a:schemeClr val="tx2"/>
          </a:solidFill>
          <a:latin typeface="標楷體" panose="03000509000000000000" pitchFamily="65" charset="-120"/>
          <a:ea typeface="標楷體" panose="03000509000000000000" pitchFamily="65" charset="-120"/>
        </a:defRPr>
      </a:lvl6pPr>
      <a:lvl7pPr marL="829310" algn="l" rtl="0" fontAlgn="base">
        <a:spcBef>
          <a:spcPct val="0"/>
        </a:spcBef>
        <a:spcAft>
          <a:spcPct val="0"/>
        </a:spcAft>
        <a:defRPr kumimoji="1" sz="2720" b="1">
          <a:solidFill>
            <a:schemeClr val="tx2"/>
          </a:solidFill>
          <a:latin typeface="標楷體" panose="03000509000000000000" pitchFamily="65" charset="-120"/>
          <a:ea typeface="標楷體" panose="03000509000000000000" pitchFamily="65" charset="-120"/>
        </a:defRPr>
      </a:lvl7pPr>
      <a:lvl8pPr marL="1243965" algn="l" rtl="0" fontAlgn="base">
        <a:spcBef>
          <a:spcPct val="0"/>
        </a:spcBef>
        <a:spcAft>
          <a:spcPct val="0"/>
        </a:spcAft>
        <a:defRPr kumimoji="1" sz="2720" b="1">
          <a:solidFill>
            <a:schemeClr val="tx2"/>
          </a:solidFill>
          <a:latin typeface="標楷體" panose="03000509000000000000" pitchFamily="65" charset="-120"/>
          <a:ea typeface="標楷體" panose="03000509000000000000" pitchFamily="65" charset="-120"/>
        </a:defRPr>
      </a:lvl8pPr>
      <a:lvl9pPr marL="1658620" algn="l" rtl="0" fontAlgn="base">
        <a:spcBef>
          <a:spcPct val="0"/>
        </a:spcBef>
        <a:spcAft>
          <a:spcPct val="0"/>
        </a:spcAft>
        <a:defRPr kumimoji="1" sz="2720" b="1">
          <a:solidFill>
            <a:schemeClr val="tx2"/>
          </a:solidFill>
          <a:latin typeface="標楷體" panose="03000509000000000000" pitchFamily="65" charset="-120"/>
          <a:ea typeface="標楷體" panose="03000509000000000000" pitchFamily="65" charset="-120"/>
        </a:defRPr>
      </a:lvl9pPr>
    </p:titleStyle>
    <p:bodyStyle>
      <a:lvl1pPr marL="311150" indent="-311150" algn="l" rtl="0" eaLnBrk="0" fontAlgn="base" hangingPunct="0">
        <a:spcBef>
          <a:spcPct val="20000"/>
        </a:spcBef>
        <a:spcAft>
          <a:spcPct val="0"/>
        </a:spcAft>
        <a:buClr>
          <a:srgbClr val="FF3300"/>
        </a:buClr>
        <a:buFont typeface="Wingdings" panose="05000000000000000000" pitchFamily="2" charset="2"/>
        <a:buChar char="n"/>
        <a:defRPr kumimoji="1" sz="2175" b="1">
          <a:solidFill>
            <a:schemeClr val="tx1"/>
          </a:solidFill>
          <a:latin typeface="微軟正黑體" panose="020B0604030504040204" pitchFamily="34" charset="-120"/>
          <a:ea typeface="微軟正黑體" panose="020B0604030504040204" pitchFamily="34" charset="-120"/>
          <a:cs typeface="+mn-cs"/>
        </a:defRPr>
      </a:lvl1pPr>
      <a:lvl2pPr marL="673735" indent="-259080" algn="l" rtl="0" eaLnBrk="0" fontAlgn="base" hangingPunct="0">
        <a:spcBef>
          <a:spcPct val="20000"/>
        </a:spcBef>
        <a:spcAft>
          <a:spcPct val="0"/>
        </a:spcAft>
        <a:buClr>
          <a:srgbClr val="FF3300"/>
        </a:buClr>
        <a:buFont typeface="Wingdings" panose="05000000000000000000" pitchFamily="2" charset="2"/>
        <a:buChar char="n"/>
        <a:defRPr kumimoji="1" sz="1815" b="1">
          <a:solidFill>
            <a:schemeClr val="tx1"/>
          </a:solidFill>
          <a:latin typeface="微軟正黑體" panose="020B0604030504040204" pitchFamily="34" charset="-120"/>
          <a:ea typeface="微軟正黑體" panose="020B0604030504040204" pitchFamily="34" charset="-120"/>
        </a:defRPr>
      </a:lvl2pPr>
      <a:lvl3pPr marL="1036955" indent="-207645" algn="l" rtl="0" eaLnBrk="0" fontAlgn="base" hangingPunct="0">
        <a:spcBef>
          <a:spcPct val="20000"/>
        </a:spcBef>
        <a:spcAft>
          <a:spcPct val="0"/>
        </a:spcAft>
        <a:buClr>
          <a:srgbClr val="FF3300"/>
        </a:buClr>
        <a:buFont typeface="Wingdings" panose="05000000000000000000" pitchFamily="2" charset="2"/>
        <a:buChar char="n"/>
        <a:defRPr kumimoji="1" b="1">
          <a:solidFill>
            <a:schemeClr val="tx1"/>
          </a:solidFill>
          <a:latin typeface="微軟正黑體" panose="020B0604030504040204" pitchFamily="34" charset="-120"/>
          <a:ea typeface="微軟正黑體" panose="020B0604030504040204" pitchFamily="34" charset="-120"/>
        </a:defRPr>
      </a:lvl3pPr>
      <a:lvl4pPr marL="1451610" indent="-207645" algn="l" rtl="0" eaLnBrk="0" fontAlgn="base" hangingPunct="0">
        <a:spcBef>
          <a:spcPct val="20000"/>
        </a:spcBef>
        <a:spcAft>
          <a:spcPct val="0"/>
        </a:spcAft>
        <a:buChar char="–"/>
        <a:defRPr kumimoji="1" sz="1815">
          <a:solidFill>
            <a:schemeClr val="tx1"/>
          </a:solidFill>
          <a:latin typeface="+mn-lt"/>
          <a:ea typeface="新細明體" panose="02020500000000000000" charset="-120"/>
        </a:defRPr>
      </a:lvl4pPr>
      <a:lvl5pPr marL="1866265" indent="-207645" algn="l" rtl="0" eaLnBrk="0" fontAlgn="base" hangingPunct="0">
        <a:spcBef>
          <a:spcPct val="20000"/>
        </a:spcBef>
        <a:spcAft>
          <a:spcPct val="0"/>
        </a:spcAft>
        <a:buChar char="»"/>
        <a:defRPr kumimoji="1" sz="1815">
          <a:solidFill>
            <a:schemeClr val="tx1"/>
          </a:solidFill>
          <a:latin typeface="+mn-lt"/>
          <a:ea typeface="新細明體" panose="02020500000000000000" charset="-120"/>
        </a:defRPr>
      </a:lvl5pPr>
      <a:lvl6pPr marL="2280920" indent="-207645" algn="l" rtl="0" fontAlgn="base">
        <a:spcBef>
          <a:spcPct val="20000"/>
        </a:spcBef>
        <a:spcAft>
          <a:spcPct val="0"/>
        </a:spcAft>
        <a:buChar char="»"/>
        <a:defRPr kumimoji="1" sz="1815">
          <a:solidFill>
            <a:schemeClr val="tx1"/>
          </a:solidFill>
          <a:latin typeface="+mn-lt"/>
          <a:ea typeface="新細明體" panose="02020500000000000000" charset="-120"/>
        </a:defRPr>
      </a:lvl6pPr>
      <a:lvl7pPr marL="2695575" indent="-207645" algn="l" rtl="0" fontAlgn="base">
        <a:spcBef>
          <a:spcPct val="20000"/>
        </a:spcBef>
        <a:spcAft>
          <a:spcPct val="0"/>
        </a:spcAft>
        <a:buChar char="»"/>
        <a:defRPr kumimoji="1" sz="1815">
          <a:solidFill>
            <a:schemeClr val="tx1"/>
          </a:solidFill>
          <a:latin typeface="+mn-lt"/>
          <a:ea typeface="新細明體" panose="02020500000000000000" charset="-120"/>
        </a:defRPr>
      </a:lvl7pPr>
      <a:lvl8pPr marL="3110230" indent="-207645" algn="l" rtl="0" fontAlgn="base">
        <a:spcBef>
          <a:spcPct val="20000"/>
        </a:spcBef>
        <a:spcAft>
          <a:spcPct val="0"/>
        </a:spcAft>
        <a:buChar char="»"/>
        <a:defRPr kumimoji="1" sz="1815">
          <a:solidFill>
            <a:schemeClr val="tx1"/>
          </a:solidFill>
          <a:latin typeface="+mn-lt"/>
          <a:ea typeface="新細明體" panose="02020500000000000000" charset="-120"/>
        </a:defRPr>
      </a:lvl8pPr>
      <a:lvl9pPr marL="3524885" indent="-207645" algn="l" rtl="0" fontAlgn="base">
        <a:spcBef>
          <a:spcPct val="20000"/>
        </a:spcBef>
        <a:spcAft>
          <a:spcPct val="0"/>
        </a:spcAft>
        <a:buChar char="»"/>
        <a:defRPr kumimoji="1" sz="1815">
          <a:solidFill>
            <a:schemeClr val="tx1"/>
          </a:solidFill>
          <a:latin typeface="+mn-lt"/>
          <a:ea typeface="新細明體" panose="02020500000000000000" charset="-120"/>
        </a:defRPr>
      </a:lvl9pPr>
    </p:bodyStyle>
    <p:otherStyle>
      <a:defPPr>
        <a:defRPr lang="zh-TW"/>
      </a:defPPr>
      <a:lvl1pPr marL="0" algn="l" defTabSz="829310" rtl="0" eaLnBrk="1" latinLnBrk="0" hangingPunct="1">
        <a:defRPr sz="1635" kern="1200">
          <a:solidFill>
            <a:schemeClr val="tx1"/>
          </a:solidFill>
          <a:latin typeface="+mn-lt"/>
          <a:ea typeface="+mn-ea"/>
          <a:cs typeface="+mn-cs"/>
        </a:defRPr>
      </a:lvl1pPr>
      <a:lvl2pPr marL="414655" algn="l" defTabSz="829310" rtl="0" eaLnBrk="1" latinLnBrk="0" hangingPunct="1">
        <a:defRPr sz="1635" kern="1200">
          <a:solidFill>
            <a:schemeClr val="tx1"/>
          </a:solidFill>
          <a:latin typeface="+mn-lt"/>
          <a:ea typeface="+mn-ea"/>
          <a:cs typeface="+mn-cs"/>
        </a:defRPr>
      </a:lvl2pPr>
      <a:lvl3pPr marL="829310" algn="l" defTabSz="829310" rtl="0" eaLnBrk="1" latinLnBrk="0" hangingPunct="1">
        <a:defRPr sz="1635" kern="1200">
          <a:solidFill>
            <a:schemeClr val="tx1"/>
          </a:solidFill>
          <a:latin typeface="+mn-lt"/>
          <a:ea typeface="+mn-ea"/>
          <a:cs typeface="+mn-cs"/>
        </a:defRPr>
      </a:lvl3pPr>
      <a:lvl4pPr marL="1243965" algn="l" defTabSz="829310" rtl="0" eaLnBrk="1" latinLnBrk="0" hangingPunct="1">
        <a:defRPr sz="1635" kern="1200">
          <a:solidFill>
            <a:schemeClr val="tx1"/>
          </a:solidFill>
          <a:latin typeface="+mn-lt"/>
          <a:ea typeface="+mn-ea"/>
          <a:cs typeface="+mn-cs"/>
        </a:defRPr>
      </a:lvl4pPr>
      <a:lvl5pPr marL="1658620" algn="l" defTabSz="829310" rtl="0" eaLnBrk="1" latinLnBrk="0" hangingPunct="1">
        <a:defRPr sz="1635" kern="1200">
          <a:solidFill>
            <a:schemeClr val="tx1"/>
          </a:solidFill>
          <a:latin typeface="+mn-lt"/>
          <a:ea typeface="+mn-ea"/>
          <a:cs typeface="+mn-cs"/>
        </a:defRPr>
      </a:lvl5pPr>
      <a:lvl6pPr marL="2073275" algn="l" defTabSz="829310" rtl="0" eaLnBrk="1" latinLnBrk="0" hangingPunct="1">
        <a:defRPr sz="1635" kern="1200">
          <a:solidFill>
            <a:schemeClr val="tx1"/>
          </a:solidFill>
          <a:latin typeface="+mn-lt"/>
          <a:ea typeface="+mn-ea"/>
          <a:cs typeface="+mn-cs"/>
        </a:defRPr>
      </a:lvl6pPr>
      <a:lvl7pPr marL="2487930" algn="l" defTabSz="829310" rtl="0" eaLnBrk="1" latinLnBrk="0" hangingPunct="1">
        <a:defRPr sz="1635" kern="1200">
          <a:solidFill>
            <a:schemeClr val="tx1"/>
          </a:solidFill>
          <a:latin typeface="+mn-lt"/>
          <a:ea typeface="+mn-ea"/>
          <a:cs typeface="+mn-cs"/>
        </a:defRPr>
      </a:lvl7pPr>
      <a:lvl8pPr marL="2903220" algn="l" defTabSz="829310" rtl="0" eaLnBrk="1" latinLnBrk="0" hangingPunct="1">
        <a:defRPr sz="1635" kern="1200">
          <a:solidFill>
            <a:schemeClr val="tx1"/>
          </a:solidFill>
          <a:latin typeface="+mn-lt"/>
          <a:ea typeface="+mn-ea"/>
          <a:cs typeface="+mn-cs"/>
        </a:defRPr>
      </a:lvl8pPr>
      <a:lvl9pPr marL="3317875" algn="l" defTabSz="829310" rtl="0" eaLnBrk="1" latinLnBrk="0" hangingPunct="1">
        <a:defRPr sz="1635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7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74" name="Rectangle 14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0" y="6381750"/>
            <a:ext cx="468313" cy="2159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21" tIns="45710" rIns="91421" bIns="45710" numCol="1" anchor="t" anchorCtr="0" compatLnSpc="1"/>
          <a:lstStyle>
            <a:lvl1pPr algn="r">
              <a:spcBef>
                <a:spcPct val="0"/>
              </a:spcBef>
              <a:defRPr sz="1200">
                <a:latin typeface="Arial" panose="020B0604020202020204" pitchFamily="34" charset="0"/>
                <a:ea typeface="新細明體" panose="02020500000000000000" charset="-120"/>
              </a:defRPr>
            </a:lvl1pPr>
          </a:lstStyle>
          <a:p>
            <a:pPr>
              <a:defRPr/>
            </a:pPr>
            <a:fld id="{A9CD9766-93A3-4E76-9B20-A4D620225CC1}" type="slidenum">
              <a:rPr lang="en-US" altLang="zh-TW"/>
              <a:t>‹#›</a:t>
            </a:fld>
            <a:endParaRPr lang="en-US" altLang="zh-TW" dirty="0"/>
          </a:p>
        </p:txBody>
      </p:sp>
      <p:sp>
        <p:nvSpPr>
          <p:cNvPr id="1027" name="Text Box 21"/>
          <p:cNvSpPr txBox="1">
            <a:spLocks noChangeArrowheads="1"/>
          </p:cNvSpPr>
          <p:nvPr/>
        </p:nvSpPr>
        <p:spPr bwMode="auto">
          <a:xfrm>
            <a:off x="468313" y="6453188"/>
            <a:ext cx="2303462" cy="2444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1421" tIns="45710" rIns="91421" bIns="45710">
            <a:spAutoFit/>
          </a:bodyPr>
          <a:lstStyle>
            <a:lvl1pPr eaLnBrk="0" hangingPunct="0"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標楷體" panose="03000509000000000000" pitchFamily="65" charset="-120"/>
              </a:defRPr>
            </a:lvl1pPr>
            <a:lvl2pPr marL="742950" indent="-285750" eaLnBrk="0" hangingPunct="0"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標楷體" panose="03000509000000000000" pitchFamily="65" charset="-120"/>
              </a:defRPr>
            </a:lvl2pPr>
            <a:lvl3pPr marL="1143000" indent="-228600" eaLnBrk="0" hangingPunct="0"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標楷體" panose="03000509000000000000" pitchFamily="65" charset="-120"/>
              </a:defRPr>
            </a:lvl3pPr>
            <a:lvl4pPr marL="1600200" indent="-228600" eaLnBrk="0" hangingPunct="0"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標楷體" panose="03000509000000000000" pitchFamily="65" charset="-120"/>
              </a:defRPr>
            </a:lvl4pPr>
            <a:lvl5pPr marL="2057400" indent="-228600" eaLnBrk="0" hangingPunct="0"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標楷體" panose="03000509000000000000" pitchFamily="65" charset="-120"/>
              </a:defRPr>
            </a:lvl5pPr>
            <a:lvl6pPr marL="25146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標楷體" panose="03000509000000000000" pitchFamily="65" charset="-120"/>
              </a:defRPr>
            </a:lvl6pPr>
            <a:lvl7pPr marL="29718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標楷體" panose="03000509000000000000" pitchFamily="65" charset="-120"/>
              </a:defRPr>
            </a:lvl7pPr>
            <a:lvl8pPr marL="34290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標楷體" panose="03000509000000000000" pitchFamily="65" charset="-120"/>
              </a:defRPr>
            </a:lvl8pPr>
            <a:lvl9pPr marL="38862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標楷體" panose="03000509000000000000" pitchFamily="65" charset="-120"/>
              </a:defRPr>
            </a:lvl9pPr>
          </a:lstStyle>
          <a:p>
            <a:pPr algn="l" eaLnBrk="1" hangingPunct="1">
              <a:defRPr/>
            </a:pPr>
            <a:r>
              <a:rPr lang="zh-TW" altLang="en-US" sz="1000">
                <a:solidFill>
                  <a:schemeClr val="bg2"/>
                </a:solidFill>
                <a:latin typeface="標楷體" panose="03000509000000000000" pitchFamily="65" charset="-120"/>
              </a:rPr>
              <a:t>誠信  承諾  創新  合作</a:t>
            </a:r>
          </a:p>
        </p:txBody>
      </p:sp>
      <p:sp>
        <p:nvSpPr>
          <p:cNvPr id="1028" name="Line 22"/>
          <p:cNvSpPr>
            <a:spLocks noChangeShapeType="1"/>
          </p:cNvSpPr>
          <p:nvPr/>
        </p:nvSpPr>
        <p:spPr bwMode="auto">
          <a:xfrm>
            <a:off x="611188" y="981075"/>
            <a:ext cx="8064500" cy="0"/>
          </a:xfrm>
          <a:prstGeom prst="line">
            <a:avLst/>
          </a:prstGeom>
          <a:noFill/>
          <a:ln w="28575">
            <a:solidFill>
              <a:srgbClr val="FF0000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TW" altLang="en-US"/>
          </a:p>
        </p:txBody>
      </p:sp>
      <p:sp>
        <p:nvSpPr>
          <p:cNvPr id="1029" name="Line 23"/>
          <p:cNvSpPr>
            <a:spLocks noChangeShapeType="1"/>
          </p:cNvSpPr>
          <p:nvPr/>
        </p:nvSpPr>
        <p:spPr bwMode="auto">
          <a:xfrm>
            <a:off x="2051050" y="6597650"/>
            <a:ext cx="5834063" cy="0"/>
          </a:xfrm>
          <a:prstGeom prst="line">
            <a:avLst/>
          </a:prstGeom>
          <a:noFill/>
          <a:ln w="28575">
            <a:solidFill>
              <a:srgbClr val="FF0000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TW" altLang="en-US"/>
          </a:p>
        </p:txBody>
      </p:sp>
      <p:pic>
        <p:nvPicPr>
          <p:cNvPr id="1030" name="Picture 17" descr="3"/>
          <p:cNvPicPr>
            <a:picLocks noChangeAspect="1" noChangeArrowheads="1"/>
          </p:cNvPicPr>
          <p:nvPr/>
        </p:nvPicPr>
        <p:blipFill>
          <a:blip r:embed="rId1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56550" y="6308725"/>
            <a:ext cx="914400" cy="2857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31" name="Rectangle 24"/>
          <p:cNvSpPr>
            <a:spLocks noGrp="1" noChangeArrowheads="1"/>
          </p:cNvSpPr>
          <p:nvPr>
            <p:ph type="title"/>
          </p:nvPr>
        </p:nvSpPr>
        <p:spPr bwMode="auto">
          <a:xfrm>
            <a:off x="611188" y="274638"/>
            <a:ext cx="6697662" cy="6334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21" tIns="45710" rIns="91421" bIns="45710" numCol="1" anchor="ctr" anchorCtr="0" compatLnSpc="1"/>
          <a:lstStyle/>
          <a:p>
            <a:pPr lvl="0"/>
            <a:r>
              <a:rPr lang="zh-TW" altLang="en-US" dirty="0"/>
              <a:t>按一下以編輯母片標題樣式</a:t>
            </a:r>
          </a:p>
        </p:txBody>
      </p:sp>
      <p:sp>
        <p:nvSpPr>
          <p:cNvPr id="1032" name="Rectangle 25"/>
          <p:cNvSpPr>
            <a:spLocks noGrp="1" noChangeArrowheads="1"/>
          </p:cNvSpPr>
          <p:nvPr>
            <p:ph type="body" idx="1"/>
          </p:nvPr>
        </p:nvSpPr>
        <p:spPr bwMode="auto">
          <a:xfrm>
            <a:off x="611188" y="1196975"/>
            <a:ext cx="8075612" cy="49291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21" tIns="45710" rIns="91421" bIns="45710" numCol="1" anchor="t" anchorCtr="0" compatLnSpc="1"/>
          <a:lstStyle/>
          <a:p>
            <a:pPr lvl="0"/>
            <a:r>
              <a:rPr lang="zh-TW" altLang="en-US" dirty="0"/>
              <a:t>按一下以編輯母片</a:t>
            </a:r>
          </a:p>
          <a:p>
            <a:pPr lvl="1"/>
            <a:r>
              <a:rPr lang="zh-TW" altLang="en-US" dirty="0"/>
              <a:t>第二層</a:t>
            </a:r>
          </a:p>
          <a:p>
            <a:pPr lvl="2"/>
            <a:r>
              <a:rPr lang="zh-TW" altLang="en-US" dirty="0"/>
              <a:t>第三層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10" r:id="rId1"/>
    <p:sldLayoutId id="2147483711" r:id="rId2"/>
    <p:sldLayoutId id="2147483712" r:id="rId3"/>
    <p:sldLayoutId id="2147483713" r:id="rId4"/>
    <p:sldLayoutId id="2147483714" r:id="rId5"/>
    <p:sldLayoutId id="2147483715" r:id="rId6"/>
    <p:sldLayoutId id="2147483716" r:id="rId7"/>
    <p:sldLayoutId id="2147483717" r:id="rId8"/>
    <p:sldLayoutId id="2147483718" r:id="rId9"/>
    <p:sldLayoutId id="2147483719" r:id="rId10"/>
    <p:sldLayoutId id="2147483720" r:id="rId11"/>
    <p:sldLayoutId id="2147483721" r:id="rId12"/>
  </p:sldLayoutIdLst>
  <p:hf sldNum="0" hdr="0" ftr="0" dt="0"/>
  <p:txStyles>
    <p:titleStyle>
      <a:lvl1pPr algn="l" rtl="0" eaLnBrk="0" fontAlgn="base" hangingPunct="0">
        <a:spcBef>
          <a:spcPct val="0"/>
        </a:spcBef>
        <a:spcAft>
          <a:spcPct val="0"/>
        </a:spcAft>
        <a:defRPr kumimoji="1" lang="zh-TW" altLang="en-US" sz="3000" b="1" smtClean="0">
          <a:solidFill>
            <a:schemeClr val="tx2"/>
          </a:solidFill>
          <a:latin typeface="Arial" panose="020B0604020202020204" pitchFamily="34" charset="0"/>
          <a:ea typeface="標楷體" panose="03000509000000000000" pitchFamily="65" charset="-120"/>
          <a:cs typeface="Arial" panose="020B0604020202020204" pitchFamily="34" charset="0"/>
        </a:defRPr>
      </a:lvl1pPr>
      <a:lvl2pPr algn="l" rtl="0" eaLnBrk="0" fontAlgn="base" hangingPunct="0">
        <a:spcBef>
          <a:spcPct val="0"/>
        </a:spcBef>
        <a:spcAft>
          <a:spcPct val="0"/>
        </a:spcAft>
        <a:defRPr kumimoji="1" sz="3000" b="1">
          <a:solidFill>
            <a:schemeClr val="tx2"/>
          </a:solidFill>
          <a:latin typeface="Arial" panose="020B0604020202020204" pitchFamily="34" charset="0"/>
          <a:ea typeface="標楷體" panose="03000509000000000000" pitchFamily="65" charset="-12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kumimoji="1" sz="3000" b="1">
          <a:solidFill>
            <a:schemeClr val="tx2"/>
          </a:solidFill>
          <a:latin typeface="Arial" panose="020B0604020202020204" pitchFamily="34" charset="0"/>
          <a:ea typeface="標楷體" panose="03000509000000000000" pitchFamily="65" charset="-12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kumimoji="1" sz="3000" b="1">
          <a:solidFill>
            <a:schemeClr val="tx2"/>
          </a:solidFill>
          <a:latin typeface="Arial" panose="020B0604020202020204" pitchFamily="34" charset="0"/>
          <a:ea typeface="標楷體" panose="03000509000000000000" pitchFamily="65" charset="-12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kumimoji="1" sz="3000" b="1">
          <a:solidFill>
            <a:schemeClr val="tx2"/>
          </a:solidFill>
          <a:latin typeface="Arial" panose="020B0604020202020204" pitchFamily="34" charset="0"/>
          <a:ea typeface="標楷體" panose="03000509000000000000" pitchFamily="65" charset="-120"/>
        </a:defRPr>
      </a:lvl5pPr>
      <a:lvl6pPr marL="457200" algn="l" rtl="0" fontAlgn="base">
        <a:spcBef>
          <a:spcPct val="0"/>
        </a:spcBef>
        <a:spcAft>
          <a:spcPct val="0"/>
        </a:spcAft>
        <a:defRPr kumimoji="1" sz="3000" b="1">
          <a:solidFill>
            <a:schemeClr val="tx2"/>
          </a:solidFill>
          <a:latin typeface="Arial" panose="020B0604020202020204" pitchFamily="34" charset="0"/>
          <a:ea typeface="標楷體" panose="03000509000000000000" pitchFamily="65" charset="-120"/>
        </a:defRPr>
      </a:lvl6pPr>
      <a:lvl7pPr marL="914400" algn="l" rtl="0" fontAlgn="base">
        <a:spcBef>
          <a:spcPct val="0"/>
        </a:spcBef>
        <a:spcAft>
          <a:spcPct val="0"/>
        </a:spcAft>
        <a:defRPr kumimoji="1" sz="3000" b="1">
          <a:solidFill>
            <a:schemeClr val="tx2"/>
          </a:solidFill>
          <a:latin typeface="Arial" panose="020B0604020202020204" pitchFamily="34" charset="0"/>
          <a:ea typeface="標楷體" panose="03000509000000000000" pitchFamily="65" charset="-120"/>
        </a:defRPr>
      </a:lvl7pPr>
      <a:lvl8pPr marL="1371600" algn="l" rtl="0" fontAlgn="base">
        <a:spcBef>
          <a:spcPct val="0"/>
        </a:spcBef>
        <a:spcAft>
          <a:spcPct val="0"/>
        </a:spcAft>
        <a:defRPr kumimoji="1" sz="3000" b="1">
          <a:solidFill>
            <a:schemeClr val="tx2"/>
          </a:solidFill>
          <a:latin typeface="Arial" panose="020B0604020202020204" pitchFamily="34" charset="0"/>
          <a:ea typeface="標楷體" panose="03000509000000000000" pitchFamily="65" charset="-120"/>
        </a:defRPr>
      </a:lvl8pPr>
      <a:lvl9pPr marL="1828800" algn="l" rtl="0" fontAlgn="base">
        <a:spcBef>
          <a:spcPct val="0"/>
        </a:spcBef>
        <a:spcAft>
          <a:spcPct val="0"/>
        </a:spcAft>
        <a:defRPr kumimoji="1" sz="3000" b="1">
          <a:solidFill>
            <a:schemeClr val="tx2"/>
          </a:solidFill>
          <a:latin typeface="Arial" panose="020B0604020202020204" pitchFamily="34" charset="0"/>
          <a:ea typeface="標楷體" panose="03000509000000000000" pitchFamily="65" charset="-12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rgbClr val="FF3300"/>
        </a:buClr>
        <a:buFont typeface="Wingdings" panose="05000000000000000000" pitchFamily="2" charset="2"/>
        <a:buChar char="n"/>
        <a:defRPr kumimoji="1" sz="2400" b="1">
          <a:solidFill>
            <a:schemeClr val="tx1"/>
          </a:solidFill>
          <a:latin typeface="Arial" panose="020B0604020202020204" pitchFamily="34" charset="0"/>
          <a:ea typeface="標楷體" panose="03000509000000000000" pitchFamily="65" charset="-120"/>
          <a:cs typeface="Arial" panose="020B0604020202020204" pitchFamily="34" charset="0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lr>
          <a:srgbClr val="FF3300"/>
        </a:buClr>
        <a:buFont typeface="Wingdings" panose="05000000000000000000" pitchFamily="2" charset="2"/>
        <a:buChar char="n"/>
        <a:defRPr kumimoji="1" sz="2000" b="1">
          <a:solidFill>
            <a:schemeClr val="tx1"/>
          </a:solidFill>
          <a:latin typeface="Arial" panose="020B0604020202020204" pitchFamily="34" charset="0"/>
          <a:ea typeface="標楷體" panose="03000509000000000000" pitchFamily="65" charset="-120"/>
          <a:cs typeface="Arial" panose="020B0604020202020204" pitchFamily="34" charset="0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lr>
          <a:srgbClr val="FF3300"/>
        </a:buClr>
        <a:buFont typeface="Wingdings" panose="05000000000000000000" pitchFamily="2" charset="2"/>
        <a:buChar char="n"/>
        <a:defRPr kumimoji="1" b="1">
          <a:solidFill>
            <a:schemeClr val="tx1"/>
          </a:solidFill>
          <a:latin typeface="Arial" panose="020B0604020202020204" pitchFamily="34" charset="0"/>
          <a:ea typeface="標楷體" panose="03000509000000000000" pitchFamily="65" charset="-120"/>
          <a:cs typeface="Arial" panose="020B0604020202020204" pitchFamily="34" charset="0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kumimoji="1" sz="2000">
          <a:solidFill>
            <a:schemeClr val="tx1"/>
          </a:solidFill>
          <a:latin typeface="+mn-lt"/>
          <a:ea typeface="新細明體" panose="02020500000000000000" charset="-120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新細明體" panose="02020500000000000000" charset="-120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新細明體" panose="02020500000000000000" charset="-120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新細明體" panose="02020500000000000000" charset="-120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新細明體" panose="02020500000000000000" charset="-120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新細明體" panose="02020500000000000000" charset="-120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8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30" name="Picture 17" descr="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57380" y="6258561"/>
            <a:ext cx="887628" cy="37851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0974" name="Rectangle 14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032826" y="6604911"/>
            <a:ext cx="1080000" cy="224565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algn="r">
              <a:defRPr sz="900">
                <a:latin typeface="微軟正黑體" panose="020B0604030504040204" pitchFamily="34" charset="-120"/>
                <a:ea typeface="微軟正黑體" panose="020B0604030504040204" pitchFamily="34" charset="-120"/>
              </a:defRPr>
            </a:lvl1pPr>
          </a:lstStyle>
          <a:p>
            <a:pPr defTabSz="829310">
              <a:defRPr/>
            </a:pPr>
            <a:r>
              <a:rPr lang="zh-TW" altLang="en-US">
                <a:solidFill>
                  <a:prstClr val="black"/>
                </a:solidFill>
              </a:rPr>
              <a:t>第</a:t>
            </a:r>
            <a:fld id="{97E2107F-FE5C-4B21-9691-E81A2D991AEB}" type="slidenum">
              <a:rPr lang="en-US" altLang="zh-TW" smtClean="0">
                <a:solidFill>
                  <a:prstClr val="black"/>
                </a:solidFill>
              </a:rPr>
              <a:t>‹#›</a:t>
            </a:fld>
            <a:r>
              <a:rPr lang="zh-TW" altLang="en-US">
                <a:solidFill>
                  <a:prstClr val="black"/>
                </a:solidFill>
              </a:rPr>
              <a:t>頁</a:t>
            </a:r>
            <a:endParaRPr lang="en-US" altLang="zh-TW" dirty="0">
              <a:solidFill>
                <a:prstClr val="black"/>
              </a:solidFill>
            </a:endParaRPr>
          </a:p>
        </p:txBody>
      </p:sp>
      <p:sp>
        <p:nvSpPr>
          <p:cNvPr id="1028" name="Line 22"/>
          <p:cNvSpPr>
            <a:spLocks noChangeShapeType="1"/>
          </p:cNvSpPr>
          <p:nvPr/>
        </p:nvSpPr>
        <p:spPr bwMode="auto">
          <a:xfrm>
            <a:off x="611188" y="981075"/>
            <a:ext cx="8064500" cy="0"/>
          </a:xfrm>
          <a:prstGeom prst="line">
            <a:avLst/>
          </a:prstGeom>
          <a:noFill/>
          <a:ln w="28575">
            <a:solidFill>
              <a:srgbClr val="FF0000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l" defTabSz="82931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TW" altLang="en-US" sz="1635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新細明體" panose="02020500000000000000" charset="-120"/>
              <a:cs typeface="+mn-cs"/>
            </a:endParaRPr>
          </a:p>
        </p:txBody>
      </p:sp>
      <p:sp>
        <p:nvSpPr>
          <p:cNvPr id="1029" name="Line 23"/>
          <p:cNvSpPr>
            <a:spLocks noChangeShapeType="1"/>
          </p:cNvSpPr>
          <p:nvPr/>
        </p:nvSpPr>
        <p:spPr bwMode="auto">
          <a:xfrm>
            <a:off x="1894842" y="6511178"/>
            <a:ext cx="5940000" cy="0"/>
          </a:xfrm>
          <a:prstGeom prst="line">
            <a:avLst/>
          </a:prstGeom>
          <a:noFill/>
          <a:ln w="28575">
            <a:solidFill>
              <a:srgbClr val="FF0000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l" defTabSz="82931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TW" altLang="en-US" sz="1635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新細明體" panose="02020500000000000000" charset="-120"/>
              <a:cs typeface="+mn-cs"/>
            </a:endParaRPr>
          </a:p>
        </p:txBody>
      </p:sp>
      <p:sp>
        <p:nvSpPr>
          <p:cNvPr id="1031" name="Rectangle 24"/>
          <p:cNvSpPr>
            <a:spLocks noGrp="1" noChangeArrowheads="1"/>
          </p:cNvSpPr>
          <p:nvPr>
            <p:ph type="title"/>
          </p:nvPr>
        </p:nvSpPr>
        <p:spPr bwMode="auto">
          <a:xfrm>
            <a:off x="611190" y="225086"/>
            <a:ext cx="8047129" cy="69790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/>
          <a:lstStyle/>
          <a:p>
            <a:pPr lvl="0"/>
            <a:r>
              <a:rPr lang="zh-TW" altLang="en-US"/>
              <a:t>按一下以編輯母片標題樣式</a:t>
            </a:r>
          </a:p>
        </p:txBody>
      </p:sp>
      <p:sp>
        <p:nvSpPr>
          <p:cNvPr id="1032" name="Rectangle 25"/>
          <p:cNvSpPr>
            <a:spLocks noGrp="1" noChangeArrowheads="1"/>
          </p:cNvSpPr>
          <p:nvPr>
            <p:ph type="body" idx="1"/>
          </p:nvPr>
        </p:nvSpPr>
        <p:spPr bwMode="auto">
          <a:xfrm>
            <a:off x="611189" y="1195754"/>
            <a:ext cx="8047128" cy="51367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pPr lvl="0"/>
            <a:r>
              <a:rPr lang="zh-TW" altLang="en-US" dirty="0"/>
              <a:t>按一下以編輯母片</a:t>
            </a:r>
          </a:p>
          <a:p>
            <a:pPr lvl="1"/>
            <a:r>
              <a:rPr lang="zh-TW" altLang="en-US" dirty="0"/>
              <a:t>第二層</a:t>
            </a:r>
          </a:p>
          <a:p>
            <a:pPr lvl="2"/>
            <a:r>
              <a:rPr lang="zh-TW" altLang="en-US" dirty="0"/>
              <a:t>第三層</a:t>
            </a:r>
          </a:p>
        </p:txBody>
      </p:sp>
      <p:sp>
        <p:nvSpPr>
          <p:cNvPr id="12" name="Text Box 21"/>
          <p:cNvSpPr txBox="1">
            <a:spLocks noChangeArrowheads="1"/>
          </p:cNvSpPr>
          <p:nvPr/>
        </p:nvSpPr>
        <p:spPr bwMode="auto">
          <a:xfrm>
            <a:off x="549356" y="6368305"/>
            <a:ext cx="1727597" cy="21822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67544" tIns="33764" rIns="67544" bIns="33764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charset="-120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charset="-120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charset="-120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charset="-120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charset="-120"/>
              </a:defRPr>
            </a:lvl9pPr>
          </a:lstStyle>
          <a:p>
            <a:pPr eaLnBrk="1" hangingPunct="1">
              <a:spcBef>
                <a:spcPct val="50000"/>
              </a:spcBef>
              <a:defRPr/>
            </a:pPr>
            <a:r>
              <a:rPr lang="zh-TW" altLang="en-US" sz="975" b="1" dirty="0">
                <a:solidFill>
                  <a:srgbClr val="80808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誠信  承諾  創新  合作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hdr="0" ftr="0" dt="0"/>
  <p:txStyles>
    <p:titleStyle>
      <a:lvl1pPr algn="l" rtl="0" eaLnBrk="0" fontAlgn="base" hangingPunct="0">
        <a:spcBef>
          <a:spcPct val="0"/>
        </a:spcBef>
        <a:spcAft>
          <a:spcPct val="0"/>
        </a:spcAft>
        <a:defRPr kumimoji="1" sz="2400" b="1">
          <a:solidFill>
            <a:schemeClr val="tx1"/>
          </a:solidFill>
          <a:latin typeface="微軟正黑體" panose="020B0604030504040204" pitchFamily="34" charset="-120"/>
          <a:ea typeface="微軟正黑體" panose="020B0604030504040204" pitchFamily="34" charset="-120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kumimoji="1" sz="2720" b="1">
          <a:solidFill>
            <a:schemeClr val="tx2"/>
          </a:solidFill>
          <a:latin typeface="標楷體" panose="03000509000000000000" pitchFamily="65" charset="-120"/>
          <a:ea typeface="標楷體" panose="03000509000000000000" pitchFamily="65" charset="-12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kumimoji="1" sz="2720" b="1">
          <a:solidFill>
            <a:schemeClr val="tx2"/>
          </a:solidFill>
          <a:latin typeface="標楷體" panose="03000509000000000000" pitchFamily="65" charset="-120"/>
          <a:ea typeface="標楷體" panose="03000509000000000000" pitchFamily="65" charset="-12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kumimoji="1" sz="2720" b="1">
          <a:solidFill>
            <a:schemeClr val="tx2"/>
          </a:solidFill>
          <a:latin typeface="標楷體" panose="03000509000000000000" pitchFamily="65" charset="-120"/>
          <a:ea typeface="標楷體" panose="03000509000000000000" pitchFamily="65" charset="-12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kumimoji="1" sz="2720" b="1">
          <a:solidFill>
            <a:schemeClr val="tx2"/>
          </a:solidFill>
          <a:latin typeface="標楷體" panose="03000509000000000000" pitchFamily="65" charset="-120"/>
          <a:ea typeface="標楷體" panose="03000509000000000000" pitchFamily="65" charset="-120"/>
        </a:defRPr>
      </a:lvl5pPr>
      <a:lvl6pPr marL="414655" algn="l" rtl="0" fontAlgn="base">
        <a:spcBef>
          <a:spcPct val="0"/>
        </a:spcBef>
        <a:spcAft>
          <a:spcPct val="0"/>
        </a:spcAft>
        <a:defRPr kumimoji="1" sz="2720" b="1">
          <a:solidFill>
            <a:schemeClr val="tx2"/>
          </a:solidFill>
          <a:latin typeface="標楷體" panose="03000509000000000000" pitchFamily="65" charset="-120"/>
          <a:ea typeface="標楷體" panose="03000509000000000000" pitchFamily="65" charset="-120"/>
        </a:defRPr>
      </a:lvl6pPr>
      <a:lvl7pPr marL="829310" algn="l" rtl="0" fontAlgn="base">
        <a:spcBef>
          <a:spcPct val="0"/>
        </a:spcBef>
        <a:spcAft>
          <a:spcPct val="0"/>
        </a:spcAft>
        <a:defRPr kumimoji="1" sz="2720" b="1">
          <a:solidFill>
            <a:schemeClr val="tx2"/>
          </a:solidFill>
          <a:latin typeface="標楷體" panose="03000509000000000000" pitchFamily="65" charset="-120"/>
          <a:ea typeface="標楷體" panose="03000509000000000000" pitchFamily="65" charset="-120"/>
        </a:defRPr>
      </a:lvl7pPr>
      <a:lvl8pPr marL="1243965" algn="l" rtl="0" fontAlgn="base">
        <a:spcBef>
          <a:spcPct val="0"/>
        </a:spcBef>
        <a:spcAft>
          <a:spcPct val="0"/>
        </a:spcAft>
        <a:defRPr kumimoji="1" sz="2720" b="1">
          <a:solidFill>
            <a:schemeClr val="tx2"/>
          </a:solidFill>
          <a:latin typeface="標楷體" panose="03000509000000000000" pitchFamily="65" charset="-120"/>
          <a:ea typeface="標楷體" panose="03000509000000000000" pitchFamily="65" charset="-120"/>
        </a:defRPr>
      </a:lvl8pPr>
      <a:lvl9pPr marL="1658620" algn="l" rtl="0" fontAlgn="base">
        <a:spcBef>
          <a:spcPct val="0"/>
        </a:spcBef>
        <a:spcAft>
          <a:spcPct val="0"/>
        </a:spcAft>
        <a:defRPr kumimoji="1" sz="2720" b="1">
          <a:solidFill>
            <a:schemeClr val="tx2"/>
          </a:solidFill>
          <a:latin typeface="標楷體" panose="03000509000000000000" pitchFamily="65" charset="-120"/>
          <a:ea typeface="標楷體" panose="03000509000000000000" pitchFamily="65" charset="-120"/>
        </a:defRPr>
      </a:lvl9pPr>
    </p:titleStyle>
    <p:bodyStyle>
      <a:lvl1pPr marL="311150" indent="-311150" algn="l" rtl="0" eaLnBrk="0" fontAlgn="base" hangingPunct="0">
        <a:spcBef>
          <a:spcPct val="20000"/>
        </a:spcBef>
        <a:spcAft>
          <a:spcPct val="0"/>
        </a:spcAft>
        <a:buClr>
          <a:srgbClr val="FF3300"/>
        </a:buClr>
        <a:buFont typeface="Wingdings" panose="05000000000000000000" pitchFamily="2" charset="2"/>
        <a:buChar char="n"/>
        <a:defRPr kumimoji="1" sz="2175" b="1">
          <a:solidFill>
            <a:schemeClr val="tx1"/>
          </a:solidFill>
          <a:latin typeface="微軟正黑體" panose="020B0604030504040204" pitchFamily="34" charset="-120"/>
          <a:ea typeface="微軟正黑體" panose="020B0604030504040204" pitchFamily="34" charset="-120"/>
          <a:cs typeface="+mn-cs"/>
        </a:defRPr>
      </a:lvl1pPr>
      <a:lvl2pPr marL="673735" indent="-259080" algn="l" rtl="0" eaLnBrk="0" fontAlgn="base" hangingPunct="0">
        <a:spcBef>
          <a:spcPct val="20000"/>
        </a:spcBef>
        <a:spcAft>
          <a:spcPct val="0"/>
        </a:spcAft>
        <a:buClr>
          <a:srgbClr val="FF3300"/>
        </a:buClr>
        <a:buFont typeface="Wingdings" panose="05000000000000000000" pitchFamily="2" charset="2"/>
        <a:buChar char="n"/>
        <a:defRPr kumimoji="1" sz="1815" b="1">
          <a:solidFill>
            <a:schemeClr val="tx1"/>
          </a:solidFill>
          <a:latin typeface="微軟正黑體" panose="020B0604030504040204" pitchFamily="34" charset="-120"/>
          <a:ea typeface="微軟正黑體" panose="020B0604030504040204" pitchFamily="34" charset="-120"/>
        </a:defRPr>
      </a:lvl2pPr>
      <a:lvl3pPr marL="1036955" indent="-207645" algn="l" rtl="0" eaLnBrk="0" fontAlgn="base" hangingPunct="0">
        <a:spcBef>
          <a:spcPct val="20000"/>
        </a:spcBef>
        <a:spcAft>
          <a:spcPct val="0"/>
        </a:spcAft>
        <a:buClr>
          <a:srgbClr val="FF3300"/>
        </a:buClr>
        <a:buFont typeface="Wingdings" panose="05000000000000000000" pitchFamily="2" charset="2"/>
        <a:buChar char="n"/>
        <a:defRPr kumimoji="1" b="1">
          <a:solidFill>
            <a:schemeClr val="tx1"/>
          </a:solidFill>
          <a:latin typeface="微軟正黑體" panose="020B0604030504040204" pitchFamily="34" charset="-120"/>
          <a:ea typeface="微軟正黑體" panose="020B0604030504040204" pitchFamily="34" charset="-120"/>
        </a:defRPr>
      </a:lvl3pPr>
      <a:lvl4pPr marL="1451610" indent="-207645" algn="l" rtl="0" eaLnBrk="0" fontAlgn="base" hangingPunct="0">
        <a:spcBef>
          <a:spcPct val="20000"/>
        </a:spcBef>
        <a:spcAft>
          <a:spcPct val="0"/>
        </a:spcAft>
        <a:buChar char="–"/>
        <a:defRPr kumimoji="1" sz="1815">
          <a:solidFill>
            <a:schemeClr val="tx1"/>
          </a:solidFill>
          <a:latin typeface="+mn-lt"/>
          <a:ea typeface="新細明體" panose="02020500000000000000" charset="-120"/>
        </a:defRPr>
      </a:lvl4pPr>
      <a:lvl5pPr marL="1866265" indent="-207645" algn="l" rtl="0" eaLnBrk="0" fontAlgn="base" hangingPunct="0">
        <a:spcBef>
          <a:spcPct val="20000"/>
        </a:spcBef>
        <a:spcAft>
          <a:spcPct val="0"/>
        </a:spcAft>
        <a:buChar char="»"/>
        <a:defRPr kumimoji="1" sz="1815">
          <a:solidFill>
            <a:schemeClr val="tx1"/>
          </a:solidFill>
          <a:latin typeface="+mn-lt"/>
          <a:ea typeface="新細明體" panose="02020500000000000000" charset="-120"/>
        </a:defRPr>
      </a:lvl5pPr>
      <a:lvl6pPr marL="2280920" indent="-207645" algn="l" rtl="0" fontAlgn="base">
        <a:spcBef>
          <a:spcPct val="20000"/>
        </a:spcBef>
        <a:spcAft>
          <a:spcPct val="0"/>
        </a:spcAft>
        <a:buChar char="»"/>
        <a:defRPr kumimoji="1" sz="1815">
          <a:solidFill>
            <a:schemeClr val="tx1"/>
          </a:solidFill>
          <a:latin typeface="+mn-lt"/>
          <a:ea typeface="新細明體" panose="02020500000000000000" charset="-120"/>
        </a:defRPr>
      </a:lvl6pPr>
      <a:lvl7pPr marL="2695575" indent="-207645" algn="l" rtl="0" fontAlgn="base">
        <a:spcBef>
          <a:spcPct val="20000"/>
        </a:spcBef>
        <a:spcAft>
          <a:spcPct val="0"/>
        </a:spcAft>
        <a:buChar char="»"/>
        <a:defRPr kumimoji="1" sz="1815">
          <a:solidFill>
            <a:schemeClr val="tx1"/>
          </a:solidFill>
          <a:latin typeface="+mn-lt"/>
          <a:ea typeface="新細明體" panose="02020500000000000000" charset="-120"/>
        </a:defRPr>
      </a:lvl7pPr>
      <a:lvl8pPr marL="3110230" indent="-207645" algn="l" rtl="0" fontAlgn="base">
        <a:spcBef>
          <a:spcPct val="20000"/>
        </a:spcBef>
        <a:spcAft>
          <a:spcPct val="0"/>
        </a:spcAft>
        <a:buChar char="»"/>
        <a:defRPr kumimoji="1" sz="1815">
          <a:solidFill>
            <a:schemeClr val="tx1"/>
          </a:solidFill>
          <a:latin typeface="+mn-lt"/>
          <a:ea typeface="新細明體" panose="02020500000000000000" charset="-120"/>
        </a:defRPr>
      </a:lvl8pPr>
      <a:lvl9pPr marL="3524885" indent="-207645" algn="l" rtl="0" fontAlgn="base">
        <a:spcBef>
          <a:spcPct val="20000"/>
        </a:spcBef>
        <a:spcAft>
          <a:spcPct val="0"/>
        </a:spcAft>
        <a:buChar char="»"/>
        <a:defRPr kumimoji="1" sz="1815">
          <a:solidFill>
            <a:schemeClr val="tx1"/>
          </a:solidFill>
          <a:latin typeface="+mn-lt"/>
          <a:ea typeface="新細明體" panose="02020500000000000000" charset="-120"/>
        </a:defRPr>
      </a:lvl9pPr>
    </p:bodyStyle>
    <p:otherStyle>
      <a:defPPr>
        <a:defRPr lang="zh-TW"/>
      </a:defPPr>
      <a:lvl1pPr marL="0" algn="l" defTabSz="829310" rtl="0" eaLnBrk="1" latinLnBrk="0" hangingPunct="1">
        <a:defRPr sz="1635" kern="1200">
          <a:solidFill>
            <a:schemeClr val="tx1"/>
          </a:solidFill>
          <a:latin typeface="+mn-lt"/>
          <a:ea typeface="+mn-ea"/>
          <a:cs typeface="+mn-cs"/>
        </a:defRPr>
      </a:lvl1pPr>
      <a:lvl2pPr marL="414655" algn="l" defTabSz="829310" rtl="0" eaLnBrk="1" latinLnBrk="0" hangingPunct="1">
        <a:defRPr sz="1635" kern="1200">
          <a:solidFill>
            <a:schemeClr val="tx1"/>
          </a:solidFill>
          <a:latin typeface="+mn-lt"/>
          <a:ea typeface="+mn-ea"/>
          <a:cs typeface="+mn-cs"/>
        </a:defRPr>
      </a:lvl2pPr>
      <a:lvl3pPr marL="829310" algn="l" defTabSz="829310" rtl="0" eaLnBrk="1" latinLnBrk="0" hangingPunct="1">
        <a:defRPr sz="1635" kern="1200">
          <a:solidFill>
            <a:schemeClr val="tx1"/>
          </a:solidFill>
          <a:latin typeface="+mn-lt"/>
          <a:ea typeface="+mn-ea"/>
          <a:cs typeface="+mn-cs"/>
        </a:defRPr>
      </a:lvl3pPr>
      <a:lvl4pPr marL="1243965" algn="l" defTabSz="829310" rtl="0" eaLnBrk="1" latinLnBrk="0" hangingPunct="1">
        <a:defRPr sz="1635" kern="1200">
          <a:solidFill>
            <a:schemeClr val="tx1"/>
          </a:solidFill>
          <a:latin typeface="+mn-lt"/>
          <a:ea typeface="+mn-ea"/>
          <a:cs typeface="+mn-cs"/>
        </a:defRPr>
      </a:lvl4pPr>
      <a:lvl5pPr marL="1658620" algn="l" defTabSz="829310" rtl="0" eaLnBrk="1" latinLnBrk="0" hangingPunct="1">
        <a:defRPr sz="1635" kern="1200">
          <a:solidFill>
            <a:schemeClr val="tx1"/>
          </a:solidFill>
          <a:latin typeface="+mn-lt"/>
          <a:ea typeface="+mn-ea"/>
          <a:cs typeface="+mn-cs"/>
        </a:defRPr>
      </a:lvl5pPr>
      <a:lvl6pPr marL="2073275" algn="l" defTabSz="829310" rtl="0" eaLnBrk="1" latinLnBrk="0" hangingPunct="1">
        <a:defRPr sz="1635" kern="1200">
          <a:solidFill>
            <a:schemeClr val="tx1"/>
          </a:solidFill>
          <a:latin typeface="+mn-lt"/>
          <a:ea typeface="+mn-ea"/>
          <a:cs typeface="+mn-cs"/>
        </a:defRPr>
      </a:lvl6pPr>
      <a:lvl7pPr marL="2487930" algn="l" defTabSz="829310" rtl="0" eaLnBrk="1" latinLnBrk="0" hangingPunct="1">
        <a:defRPr sz="1635" kern="1200">
          <a:solidFill>
            <a:schemeClr val="tx1"/>
          </a:solidFill>
          <a:latin typeface="+mn-lt"/>
          <a:ea typeface="+mn-ea"/>
          <a:cs typeface="+mn-cs"/>
        </a:defRPr>
      </a:lvl7pPr>
      <a:lvl8pPr marL="2903220" algn="l" defTabSz="829310" rtl="0" eaLnBrk="1" latinLnBrk="0" hangingPunct="1">
        <a:defRPr sz="1635" kern="1200">
          <a:solidFill>
            <a:schemeClr val="tx1"/>
          </a:solidFill>
          <a:latin typeface="+mn-lt"/>
          <a:ea typeface="+mn-ea"/>
          <a:cs typeface="+mn-cs"/>
        </a:defRPr>
      </a:lvl8pPr>
      <a:lvl9pPr marL="3317875" algn="l" defTabSz="829310" rtl="0" eaLnBrk="1" latinLnBrk="0" hangingPunct="1">
        <a:defRPr sz="1635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9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30" name="Picture 17" descr="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57380" y="6258561"/>
            <a:ext cx="887628" cy="37851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0974" name="Rectangle 14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032826" y="6604911"/>
            <a:ext cx="1080000" cy="224565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algn="r">
              <a:defRPr sz="900">
                <a:latin typeface="微軟正黑體" panose="020B0604030504040204" pitchFamily="34" charset="-120"/>
                <a:ea typeface="微軟正黑體" panose="020B0604030504040204" pitchFamily="34" charset="-120"/>
              </a:defRPr>
            </a:lvl1pPr>
          </a:lstStyle>
          <a:p>
            <a:pPr defTabSz="829310">
              <a:defRPr/>
            </a:pPr>
            <a:r>
              <a:rPr lang="zh-TW" altLang="en-US">
                <a:solidFill>
                  <a:prstClr val="black"/>
                </a:solidFill>
              </a:rPr>
              <a:t>第</a:t>
            </a:r>
            <a:fld id="{97E2107F-FE5C-4B21-9691-E81A2D991AEB}" type="slidenum">
              <a:rPr lang="en-US" altLang="zh-TW" smtClean="0">
                <a:solidFill>
                  <a:prstClr val="black"/>
                </a:solidFill>
              </a:rPr>
              <a:t>‹#›</a:t>
            </a:fld>
            <a:r>
              <a:rPr lang="zh-TW" altLang="en-US">
                <a:solidFill>
                  <a:prstClr val="black"/>
                </a:solidFill>
              </a:rPr>
              <a:t>頁</a:t>
            </a:r>
            <a:endParaRPr lang="en-US" altLang="zh-TW" dirty="0">
              <a:solidFill>
                <a:prstClr val="black"/>
              </a:solidFill>
            </a:endParaRPr>
          </a:p>
        </p:txBody>
      </p:sp>
      <p:sp>
        <p:nvSpPr>
          <p:cNvPr id="1028" name="Line 22"/>
          <p:cNvSpPr>
            <a:spLocks noChangeShapeType="1"/>
          </p:cNvSpPr>
          <p:nvPr/>
        </p:nvSpPr>
        <p:spPr bwMode="auto">
          <a:xfrm>
            <a:off x="611188" y="981075"/>
            <a:ext cx="8064500" cy="0"/>
          </a:xfrm>
          <a:prstGeom prst="line">
            <a:avLst/>
          </a:prstGeom>
          <a:noFill/>
          <a:ln w="28575">
            <a:solidFill>
              <a:srgbClr val="FF0000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l" defTabSz="82931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TW" altLang="en-US" sz="1635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新細明體" panose="02020500000000000000" charset="-120"/>
              <a:cs typeface="+mn-cs"/>
            </a:endParaRPr>
          </a:p>
        </p:txBody>
      </p:sp>
      <p:sp>
        <p:nvSpPr>
          <p:cNvPr id="1029" name="Line 23"/>
          <p:cNvSpPr>
            <a:spLocks noChangeShapeType="1"/>
          </p:cNvSpPr>
          <p:nvPr/>
        </p:nvSpPr>
        <p:spPr bwMode="auto">
          <a:xfrm>
            <a:off x="1894842" y="6511178"/>
            <a:ext cx="5940000" cy="0"/>
          </a:xfrm>
          <a:prstGeom prst="line">
            <a:avLst/>
          </a:prstGeom>
          <a:noFill/>
          <a:ln w="28575">
            <a:solidFill>
              <a:srgbClr val="FF0000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l" defTabSz="82931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TW" altLang="en-US" sz="1635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新細明體" panose="02020500000000000000" charset="-120"/>
              <a:cs typeface="+mn-cs"/>
            </a:endParaRPr>
          </a:p>
        </p:txBody>
      </p:sp>
      <p:sp>
        <p:nvSpPr>
          <p:cNvPr id="1031" name="Rectangle 24"/>
          <p:cNvSpPr>
            <a:spLocks noGrp="1" noChangeArrowheads="1"/>
          </p:cNvSpPr>
          <p:nvPr>
            <p:ph type="title"/>
          </p:nvPr>
        </p:nvSpPr>
        <p:spPr bwMode="auto">
          <a:xfrm>
            <a:off x="611190" y="225086"/>
            <a:ext cx="8047129" cy="69790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/>
          <a:lstStyle/>
          <a:p>
            <a:pPr lvl="0"/>
            <a:r>
              <a:rPr lang="zh-TW" altLang="en-US"/>
              <a:t>按一下以編輯母片標題樣式</a:t>
            </a:r>
          </a:p>
        </p:txBody>
      </p:sp>
      <p:sp>
        <p:nvSpPr>
          <p:cNvPr id="1032" name="Rectangle 25"/>
          <p:cNvSpPr>
            <a:spLocks noGrp="1" noChangeArrowheads="1"/>
          </p:cNvSpPr>
          <p:nvPr>
            <p:ph type="body" idx="1"/>
          </p:nvPr>
        </p:nvSpPr>
        <p:spPr bwMode="auto">
          <a:xfrm>
            <a:off x="611189" y="1195754"/>
            <a:ext cx="8047128" cy="51367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pPr lvl="0"/>
            <a:r>
              <a:rPr lang="zh-TW" altLang="en-US" dirty="0"/>
              <a:t>按一下以編輯母片</a:t>
            </a:r>
          </a:p>
          <a:p>
            <a:pPr lvl="1"/>
            <a:r>
              <a:rPr lang="zh-TW" altLang="en-US" dirty="0"/>
              <a:t>第二層</a:t>
            </a:r>
          </a:p>
          <a:p>
            <a:pPr lvl="2"/>
            <a:r>
              <a:rPr lang="zh-TW" altLang="en-US" dirty="0"/>
              <a:t>第三層</a:t>
            </a:r>
          </a:p>
        </p:txBody>
      </p:sp>
      <p:sp>
        <p:nvSpPr>
          <p:cNvPr id="12" name="Text Box 21"/>
          <p:cNvSpPr txBox="1">
            <a:spLocks noChangeArrowheads="1"/>
          </p:cNvSpPr>
          <p:nvPr/>
        </p:nvSpPr>
        <p:spPr bwMode="auto">
          <a:xfrm>
            <a:off x="549356" y="6368305"/>
            <a:ext cx="1727597" cy="21822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67544" tIns="33764" rIns="67544" bIns="33764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charset="-120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charset="-120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charset="-120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charset="-120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charset="-120"/>
              </a:defRPr>
            </a:lvl9pPr>
          </a:lstStyle>
          <a:p>
            <a:pPr eaLnBrk="1" hangingPunct="1">
              <a:spcBef>
                <a:spcPct val="50000"/>
              </a:spcBef>
              <a:defRPr/>
            </a:pPr>
            <a:r>
              <a:rPr lang="zh-TW" altLang="en-US" sz="975" b="1" dirty="0">
                <a:solidFill>
                  <a:srgbClr val="80808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誠信  承諾  創新  合作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hdr="0" ftr="0" dt="0"/>
  <p:txStyles>
    <p:titleStyle>
      <a:lvl1pPr algn="l" rtl="0" eaLnBrk="0" fontAlgn="base" hangingPunct="0">
        <a:spcBef>
          <a:spcPct val="0"/>
        </a:spcBef>
        <a:spcAft>
          <a:spcPct val="0"/>
        </a:spcAft>
        <a:defRPr kumimoji="1" sz="2400" b="1">
          <a:solidFill>
            <a:schemeClr val="tx1"/>
          </a:solidFill>
          <a:latin typeface="微軟正黑體" panose="020B0604030504040204" pitchFamily="34" charset="-120"/>
          <a:ea typeface="微軟正黑體" panose="020B0604030504040204" pitchFamily="34" charset="-120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kumimoji="1" sz="2720" b="1">
          <a:solidFill>
            <a:schemeClr val="tx2"/>
          </a:solidFill>
          <a:latin typeface="標楷體" panose="03000509000000000000" pitchFamily="65" charset="-120"/>
          <a:ea typeface="標楷體" panose="03000509000000000000" pitchFamily="65" charset="-12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kumimoji="1" sz="2720" b="1">
          <a:solidFill>
            <a:schemeClr val="tx2"/>
          </a:solidFill>
          <a:latin typeface="標楷體" panose="03000509000000000000" pitchFamily="65" charset="-120"/>
          <a:ea typeface="標楷體" panose="03000509000000000000" pitchFamily="65" charset="-12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kumimoji="1" sz="2720" b="1">
          <a:solidFill>
            <a:schemeClr val="tx2"/>
          </a:solidFill>
          <a:latin typeface="標楷體" panose="03000509000000000000" pitchFamily="65" charset="-120"/>
          <a:ea typeface="標楷體" panose="03000509000000000000" pitchFamily="65" charset="-12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kumimoji="1" sz="2720" b="1">
          <a:solidFill>
            <a:schemeClr val="tx2"/>
          </a:solidFill>
          <a:latin typeface="標楷體" panose="03000509000000000000" pitchFamily="65" charset="-120"/>
          <a:ea typeface="標楷體" panose="03000509000000000000" pitchFamily="65" charset="-120"/>
        </a:defRPr>
      </a:lvl5pPr>
      <a:lvl6pPr marL="414655" algn="l" rtl="0" fontAlgn="base">
        <a:spcBef>
          <a:spcPct val="0"/>
        </a:spcBef>
        <a:spcAft>
          <a:spcPct val="0"/>
        </a:spcAft>
        <a:defRPr kumimoji="1" sz="2720" b="1">
          <a:solidFill>
            <a:schemeClr val="tx2"/>
          </a:solidFill>
          <a:latin typeface="標楷體" panose="03000509000000000000" pitchFamily="65" charset="-120"/>
          <a:ea typeface="標楷體" panose="03000509000000000000" pitchFamily="65" charset="-120"/>
        </a:defRPr>
      </a:lvl6pPr>
      <a:lvl7pPr marL="829310" algn="l" rtl="0" fontAlgn="base">
        <a:spcBef>
          <a:spcPct val="0"/>
        </a:spcBef>
        <a:spcAft>
          <a:spcPct val="0"/>
        </a:spcAft>
        <a:defRPr kumimoji="1" sz="2720" b="1">
          <a:solidFill>
            <a:schemeClr val="tx2"/>
          </a:solidFill>
          <a:latin typeface="標楷體" panose="03000509000000000000" pitchFamily="65" charset="-120"/>
          <a:ea typeface="標楷體" panose="03000509000000000000" pitchFamily="65" charset="-120"/>
        </a:defRPr>
      </a:lvl7pPr>
      <a:lvl8pPr marL="1243965" algn="l" rtl="0" fontAlgn="base">
        <a:spcBef>
          <a:spcPct val="0"/>
        </a:spcBef>
        <a:spcAft>
          <a:spcPct val="0"/>
        </a:spcAft>
        <a:defRPr kumimoji="1" sz="2720" b="1">
          <a:solidFill>
            <a:schemeClr val="tx2"/>
          </a:solidFill>
          <a:latin typeface="標楷體" panose="03000509000000000000" pitchFamily="65" charset="-120"/>
          <a:ea typeface="標楷體" panose="03000509000000000000" pitchFamily="65" charset="-120"/>
        </a:defRPr>
      </a:lvl8pPr>
      <a:lvl9pPr marL="1658620" algn="l" rtl="0" fontAlgn="base">
        <a:spcBef>
          <a:spcPct val="0"/>
        </a:spcBef>
        <a:spcAft>
          <a:spcPct val="0"/>
        </a:spcAft>
        <a:defRPr kumimoji="1" sz="2720" b="1">
          <a:solidFill>
            <a:schemeClr val="tx2"/>
          </a:solidFill>
          <a:latin typeface="標楷體" panose="03000509000000000000" pitchFamily="65" charset="-120"/>
          <a:ea typeface="標楷體" panose="03000509000000000000" pitchFamily="65" charset="-120"/>
        </a:defRPr>
      </a:lvl9pPr>
    </p:titleStyle>
    <p:bodyStyle>
      <a:lvl1pPr marL="311150" indent="-311150" algn="l" rtl="0" eaLnBrk="0" fontAlgn="base" hangingPunct="0">
        <a:spcBef>
          <a:spcPct val="20000"/>
        </a:spcBef>
        <a:spcAft>
          <a:spcPct val="0"/>
        </a:spcAft>
        <a:buClr>
          <a:srgbClr val="FF3300"/>
        </a:buClr>
        <a:buFont typeface="Wingdings" panose="05000000000000000000" pitchFamily="2" charset="2"/>
        <a:buChar char="n"/>
        <a:defRPr kumimoji="1" sz="2175" b="1">
          <a:solidFill>
            <a:schemeClr val="tx1"/>
          </a:solidFill>
          <a:latin typeface="微軟正黑體" panose="020B0604030504040204" pitchFamily="34" charset="-120"/>
          <a:ea typeface="微軟正黑體" panose="020B0604030504040204" pitchFamily="34" charset="-120"/>
          <a:cs typeface="+mn-cs"/>
        </a:defRPr>
      </a:lvl1pPr>
      <a:lvl2pPr marL="673735" indent="-259080" algn="l" rtl="0" eaLnBrk="0" fontAlgn="base" hangingPunct="0">
        <a:spcBef>
          <a:spcPct val="20000"/>
        </a:spcBef>
        <a:spcAft>
          <a:spcPct val="0"/>
        </a:spcAft>
        <a:buClr>
          <a:srgbClr val="FF3300"/>
        </a:buClr>
        <a:buFont typeface="Wingdings" panose="05000000000000000000" pitchFamily="2" charset="2"/>
        <a:buChar char="n"/>
        <a:defRPr kumimoji="1" sz="1815" b="1">
          <a:solidFill>
            <a:schemeClr val="tx1"/>
          </a:solidFill>
          <a:latin typeface="微軟正黑體" panose="020B0604030504040204" pitchFamily="34" charset="-120"/>
          <a:ea typeface="微軟正黑體" panose="020B0604030504040204" pitchFamily="34" charset="-120"/>
        </a:defRPr>
      </a:lvl2pPr>
      <a:lvl3pPr marL="1036955" indent="-207645" algn="l" rtl="0" eaLnBrk="0" fontAlgn="base" hangingPunct="0">
        <a:spcBef>
          <a:spcPct val="20000"/>
        </a:spcBef>
        <a:spcAft>
          <a:spcPct val="0"/>
        </a:spcAft>
        <a:buClr>
          <a:srgbClr val="FF3300"/>
        </a:buClr>
        <a:buFont typeface="Wingdings" panose="05000000000000000000" pitchFamily="2" charset="2"/>
        <a:buChar char="n"/>
        <a:defRPr kumimoji="1" b="1">
          <a:solidFill>
            <a:schemeClr val="tx1"/>
          </a:solidFill>
          <a:latin typeface="微軟正黑體" panose="020B0604030504040204" pitchFamily="34" charset="-120"/>
          <a:ea typeface="微軟正黑體" panose="020B0604030504040204" pitchFamily="34" charset="-120"/>
        </a:defRPr>
      </a:lvl3pPr>
      <a:lvl4pPr marL="1451610" indent="-207645" algn="l" rtl="0" eaLnBrk="0" fontAlgn="base" hangingPunct="0">
        <a:spcBef>
          <a:spcPct val="20000"/>
        </a:spcBef>
        <a:spcAft>
          <a:spcPct val="0"/>
        </a:spcAft>
        <a:buChar char="–"/>
        <a:defRPr kumimoji="1" sz="1815">
          <a:solidFill>
            <a:schemeClr val="tx1"/>
          </a:solidFill>
          <a:latin typeface="+mn-lt"/>
          <a:ea typeface="新細明體" panose="02020500000000000000" charset="-120"/>
        </a:defRPr>
      </a:lvl4pPr>
      <a:lvl5pPr marL="1866265" indent="-207645" algn="l" rtl="0" eaLnBrk="0" fontAlgn="base" hangingPunct="0">
        <a:spcBef>
          <a:spcPct val="20000"/>
        </a:spcBef>
        <a:spcAft>
          <a:spcPct val="0"/>
        </a:spcAft>
        <a:buChar char="»"/>
        <a:defRPr kumimoji="1" sz="1815">
          <a:solidFill>
            <a:schemeClr val="tx1"/>
          </a:solidFill>
          <a:latin typeface="+mn-lt"/>
          <a:ea typeface="新細明體" panose="02020500000000000000" charset="-120"/>
        </a:defRPr>
      </a:lvl5pPr>
      <a:lvl6pPr marL="2280920" indent="-207645" algn="l" rtl="0" fontAlgn="base">
        <a:spcBef>
          <a:spcPct val="20000"/>
        </a:spcBef>
        <a:spcAft>
          <a:spcPct val="0"/>
        </a:spcAft>
        <a:buChar char="»"/>
        <a:defRPr kumimoji="1" sz="1815">
          <a:solidFill>
            <a:schemeClr val="tx1"/>
          </a:solidFill>
          <a:latin typeface="+mn-lt"/>
          <a:ea typeface="新細明體" panose="02020500000000000000" charset="-120"/>
        </a:defRPr>
      </a:lvl6pPr>
      <a:lvl7pPr marL="2695575" indent="-207645" algn="l" rtl="0" fontAlgn="base">
        <a:spcBef>
          <a:spcPct val="20000"/>
        </a:spcBef>
        <a:spcAft>
          <a:spcPct val="0"/>
        </a:spcAft>
        <a:buChar char="»"/>
        <a:defRPr kumimoji="1" sz="1815">
          <a:solidFill>
            <a:schemeClr val="tx1"/>
          </a:solidFill>
          <a:latin typeface="+mn-lt"/>
          <a:ea typeface="新細明體" panose="02020500000000000000" charset="-120"/>
        </a:defRPr>
      </a:lvl7pPr>
      <a:lvl8pPr marL="3110230" indent="-207645" algn="l" rtl="0" fontAlgn="base">
        <a:spcBef>
          <a:spcPct val="20000"/>
        </a:spcBef>
        <a:spcAft>
          <a:spcPct val="0"/>
        </a:spcAft>
        <a:buChar char="»"/>
        <a:defRPr kumimoji="1" sz="1815">
          <a:solidFill>
            <a:schemeClr val="tx1"/>
          </a:solidFill>
          <a:latin typeface="+mn-lt"/>
          <a:ea typeface="新細明體" panose="02020500000000000000" charset="-120"/>
        </a:defRPr>
      </a:lvl8pPr>
      <a:lvl9pPr marL="3524885" indent="-207645" algn="l" rtl="0" fontAlgn="base">
        <a:spcBef>
          <a:spcPct val="20000"/>
        </a:spcBef>
        <a:spcAft>
          <a:spcPct val="0"/>
        </a:spcAft>
        <a:buChar char="»"/>
        <a:defRPr kumimoji="1" sz="1815">
          <a:solidFill>
            <a:schemeClr val="tx1"/>
          </a:solidFill>
          <a:latin typeface="+mn-lt"/>
          <a:ea typeface="新細明體" panose="02020500000000000000" charset="-120"/>
        </a:defRPr>
      </a:lvl9pPr>
    </p:bodyStyle>
    <p:otherStyle>
      <a:defPPr>
        <a:defRPr lang="zh-TW"/>
      </a:defPPr>
      <a:lvl1pPr marL="0" algn="l" defTabSz="829310" rtl="0" eaLnBrk="1" latinLnBrk="0" hangingPunct="1">
        <a:defRPr sz="1635" kern="1200">
          <a:solidFill>
            <a:schemeClr val="tx1"/>
          </a:solidFill>
          <a:latin typeface="+mn-lt"/>
          <a:ea typeface="+mn-ea"/>
          <a:cs typeface="+mn-cs"/>
        </a:defRPr>
      </a:lvl1pPr>
      <a:lvl2pPr marL="414655" algn="l" defTabSz="829310" rtl="0" eaLnBrk="1" latinLnBrk="0" hangingPunct="1">
        <a:defRPr sz="1635" kern="1200">
          <a:solidFill>
            <a:schemeClr val="tx1"/>
          </a:solidFill>
          <a:latin typeface="+mn-lt"/>
          <a:ea typeface="+mn-ea"/>
          <a:cs typeface="+mn-cs"/>
        </a:defRPr>
      </a:lvl2pPr>
      <a:lvl3pPr marL="829310" algn="l" defTabSz="829310" rtl="0" eaLnBrk="1" latinLnBrk="0" hangingPunct="1">
        <a:defRPr sz="1635" kern="1200">
          <a:solidFill>
            <a:schemeClr val="tx1"/>
          </a:solidFill>
          <a:latin typeface="+mn-lt"/>
          <a:ea typeface="+mn-ea"/>
          <a:cs typeface="+mn-cs"/>
        </a:defRPr>
      </a:lvl3pPr>
      <a:lvl4pPr marL="1243965" algn="l" defTabSz="829310" rtl="0" eaLnBrk="1" latinLnBrk="0" hangingPunct="1">
        <a:defRPr sz="1635" kern="1200">
          <a:solidFill>
            <a:schemeClr val="tx1"/>
          </a:solidFill>
          <a:latin typeface="+mn-lt"/>
          <a:ea typeface="+mn-ea"/>
          <a:cs typeface="+mn-cs"/>
        </a:defRPr>
      </a:lvl4pPr>
      <a:lvl5pPr marL="1658620" algn="l" defTabSz="829310" rtl="0" eaLnBrk="1" latinLnBrk="0" hangingPunct="1">
        <a:defRPr sz="1635" kern="1200">
          <a:solidFill>
            <a:schemeClr val="tx1"/>
          </a:solidFill>
          <a:latin typeface="+mn-lt"/>
          <a:ea typeface="+mn-ea"/>
          <a:cs typeface="+mn-cs"/>
        </a:defRPr>
      </a:lvl5pPr>
      <a:lvl6pPr marL="2073275" algn="l" defTabSz="829310" rtl="0" eaLnBrk="1" latinLnBrk="0" hangingPunct="1">
        <a:defRPr sz="1635" kern="1200">
          <a:solidFill>
            <a:schemeClr val="tx1"/>
          </a:solidFill>
          <a:latin typeface="+mn-lt"/>
          <a:ea typeface="+mn-ea"/>
          <a:cs typeface="+mn-cs"/>
        </a:defRPr>
      </a:lvl6pPr>
      <a:lvl7pPr marL="2487930" algn="l" defTabSz="829310" rtl="0" eaLnBrk="1" latinLnBrk="0" hangingPunct="1">
        <a:defRPr sz="1635" kern="1200">
          <a:solidFill>
            <a:schemeClr val="tx1"/>
          </a:solidFill>
          <a:latin typeface="+mn-lt"/>
          <a:ea typeface="+mn-ea"/>
          <a:cs typeface="+mn-cs"/>
        </a:defRPr>
      </a:lvl7pPr>
      <a:lvl8pPr marL="2903220" algn="l" defTabSz="829310" rtl="0" eaLnBrk="1" latinLnBrk="0" hangingPunct="1">
        <a:defRPr sz="1635" kern="1200">
          <a:solidFill>
            <a:schemeClr val="tx1"/>
          </a:solidFill>
          <a:latin typeface="+mn-lt"/>
          <a:ea typeface="+mn-ea"/>
          <a:cs typeface="+mn-cs"/>
        </a:defRPr>
      </a:lvl8pPr>
      <a:lvl9pPr marL="3317875" algn="l" defTabSz="829310" rtl="0" eaLnBrk="1" latinLnBrk="0" hangingPunct="1">
        <a:defRPr sz="1635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0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30" name="Picture 17" descr="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57380" y="6258561"/>
            <a:ext cx="887628" cy="37851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0974" name="Rectangle 14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032826" y="6604911"/>
            <a:ext cx="1080000" cy="224565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algn="r">
              <a:defRPr sz="900">
                <a:latin typeface="微軟正黑體" panose="020B0604030504040204" pitchFamily="34" charset="-120"/>
                <a:ea typeface="微軟正黑體" panose="020B0604030504040204" pitchFamily="34" charset="-120"/>
              </a:defRPr>
            </a:lvl1pPr>
          </a:lstStyle>
          <a:p>
            <a:pPr defTabSz="829310">
              <a:defRPr/>
            </a:pPr>
            <a:r>
              <a:rPr lang="zh-TW" altLang="en-US">
                <a:solidFill>
                  <a:prstClr val="black"/>
                </a:solidFill>
              </a:rPr>
              <a:t>第</a:t>
            </a:r>
            <a:fld id="{97E2107F-FE5C-4B21-9691-E81A2D991AEB}" type="slidenum">
              <a:rPr lang="en-US" altLang="zh-TW" smtClean="0">
                <a:solidFill>
                  <a:prstClr val="black"/>
                </a:solidFill>
              </a:rPr>
              <a:t>‹#›</a:t>
            </a:fld>
            <a:r>
              <a:rPr lang="zh-TW" altLang="en-US">
                <a:solidFill>
                  <a:prstClr val="black"/>
                </a:solidFill>
              </a:rPr>
              <a:t>頁</a:t>
            </a:r>
            <a:endParaRPr lang="en-US" altLang="zh-TW" dirty="0">
              <a:solidFill>
                <a:prstClr val="black"/>
              </a:solidFill>
            </a:endParaRPr>
          </a:p>
        </p:txBody>
      </p:sp>
      <p:sp>
        <p:nvSpPr>
          <p:cNvPr id="1028" name="Line 22"/>
          <p:cNvSpPr>
            <a:spLocks noChangeShapeType="1"/>
          </p:cNvSpPr>
          <p:nvPr/>
        </p:nvSpPr>
        <p:spPr bwMode="auto">
          <a:xfrm>
            <a:off x="611188" y="981075"/>
            <a:ext cx="8064500" cy="0"/>
          </a:xfrm>
          <a:prstGeom prst="line">
            <a:avLst/>
          </a:prstGeom>
          <a:noFill/>
          <a:ln w="28575">
            <a:solidFill>
              <a:srgbClr val="FF0000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l" defTabSz="82931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TW" altLang="en-US" sz="1635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新細明體" panose="02020500000000000000" charset="-120"/>
              <a:cs typeface="+mn-cs"/>
            </a:endParaRPr>
          </a:p>
        </p:txBody>
      </p:sp>
      <p:sp>
        <p:nvSpPr>
          <p:cNvPr id="1029" name="Line 23"/>
          <p:cNvSpPr>
            <a:spLocks noChangeShapeType="1"/>
          </p:cNvSpPr>
          <p:nvPr/>
        </p:nvSpPr>
        <p:spPr bwMode="auto">
          <a:xfrm>
            <a:off x="1894842" y="6511178"/>
            <a:ext cx="5940000" cy="0"/>
          </a:xfrm>
          <a:prstGeom prst="line">
            <a:avLst/>
          </a:prstGeom>
          <a:noFill/>
          <a:ln w="28575">
            <a:solidFill>
              <a:srgbClr val="FF0000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l" defTabSz="82931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TW" altLang="en-US" sz="1635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新細明體" panose="02020500000000000000" charset="-120"/>
              <a:cs typeface="+mn-cs"/>
            </a:endParaRPr>
          </a:p>
        </p:txBody>
      </p:sp>
      <p:sp>
        <p:nvSpPr>
          <p:cNvPr id="1031" name="Rectangle 24"/>
          <p:cNvSpPr>
            <a:spLocks noGrp="1" noChangeArrowheads="1"/>
          </p:cNvSpPr>
          <p:nvPr>
            <p:ph type="title"/>
          </p:nvPr>
        </p:nvSpPr>
        <p:spPr bwMode="auto">
          <a:xfrm>
            <a:off x="611190" y="225086"/>
            <a:ext cx="8047129" cy="69790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/>
          <a:lstStyle/>
          <a:p>
            <a:pPr lvl="0"/>
            <a:r>
              <a:rPr lang="zh-TW" altLang="en-US"/>
              <a:t>按一下以編輯母片標題樣式</a:t>
            </a:r>
          </a:p>
        </p:txBody>
      </p:sp>
      <p:sp>
        <p:nvSpPr>
          <p:cNvPr id="1032" name="Rectangle 25"/>
          <p:cNvSpPr>
            <a:spLocks noGrp="1" noChangeArrowheads="1"/>
          </p:cNvSpPr>
          <p:nvPr>
            <p:ph type="body" idx="1"/>
          </p:nvPr>
        </p:nvSpPr>
        <p:spPr bwMode="auto">
          <a:xfrm>
            <a:off x="611189" y="1195754"/>
            <a:ext cx="8047128" cy="51367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pPr lvl="0"/>
            <a:r>
              <a:rPr lang="zh-TW" altLang="en-US" dirty="0"/>
              <a:t>按一下以編輯母片</a:t>
            </a:r>
          </a:p>
          <a:p>
            <a:pPr lvl="1"/>
            <a:r>
              <a:rPr lang="zh-TW" altLang="en-US" dirty="0"/>
              <a:t>第二層</a:t>
            </a:r>
          </a:p>
          <a:p>
            <a:pPr lvl="2"/>
            <a:r>
              <a:rPr lang="zh-TW" altLang="en-US" dirty="0"/>
              <a:t>第三層</a:t>
            </a:r>
          </a:p>
        </p:txBody>
      </p:sp>
      <p:sp>
        <p:nvSpPr>
          <p:cNvPr id="12" name="Text Box 21"/>
          <p:cNvSpPr txBox="1">
            <a:spLocks noChangeArrowheads="1"/>
          </p:cNvSpPr>
          <p:nvPr/>
        </p:nvSpPr>
        <p:spPr bwMode="auto">
          <a:xfrm>
            <a:off x="549356" y="6368305"/>
            <a:ext cx="1727597" cy="21822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67544" tIns="33764" rIns="67544" bIns="33764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charset="-120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charset="-120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charset="-120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charset="-120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charset="-120"/>
              </a:defRPr>
            </a:lvl9pPr>
          </a:lstStyle>
          <a:p>
            <a:pPr eaLnBrk="1" hangingPunct="1">
              <a:spcBef>
                <a:spcPct val="50000"/>
              </a:spcBef>
              <a:defRPr/>
            </a:pPr>
            <a:r>
              <a:rPr lang="zh-TW" altLang="en-US" sz="975" b="1" dirty="0">
                <a:solidFill>
                  <a:srgbClr val="80808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誠信  承諾  創新  合作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hdr="0" ftr="0" dt="0"/>
  <p:txStyles>
    <p:titleStyle>
      <a:lvl1pPr algn="l" rtl="0" eaLnBrk="0" fontAlgn="base" hangingPunct="0">
        <a:spcBef>
          <a:spcPct val="0"/>
        </a:spcBef>
        <a:spcAft>
          <a:spcPct val="0"/>
        </a:spcAft>
        <a:defRPr kumimoji="1" sz="2400" b="1">
          <a:solidFill>
            <a:schemeClr val="tx1"/>
          </a:solidFill>
          <a:latin typeface="微軟正黑體" panose="020B0604030504040204" pitchFamily="34" charset="-120"/>
          <a:ea typeface="微軟正黑體" panose="020B0604030504040204" pitchFamily="34" charset="-120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kumimoji="1" sz="2720" b="1">
          <a:solidFill>
            <a:schemeClr val="tx2"/>
          </a:solidFill>
          <a:latin typeface="標楷體" panose="03000509000000000000" pitchFamily="65" charset="-120"/>
          <a:ea typeface="標楷體" panose="03000509000000000000" pitchFamily="65" charset="-12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kumimoji="1" sz="2720" b="1">
          <a:solidFill>
            <a:schemeClr val="tx2"/>
          </a:solidFill>
          <a:latin typeface="標楷體" panose="03000509000000000000" pitchFamily="65" charset="-120"/>
          <a:ea typeface="標楷體" panose="03000509000000000000" pitchFamily="65" charset="-12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kumimoji="1" sz="2720" b="1">
          <a:solidFill>
            <a:schemeClr val="tx2"/>
          </a:solidFill>
          <a:latin typeface="標楷體" panose="03000509000000000000" pitchFamily="65" charset="-120"/>
          <a:ea typeface="標楷體" panose="03000509000000000000" pitchFamily="65" charset="-12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kumimoji="1" sz="2720" b="1">
          <a:solidFill>
            <a:schemeClr val="tx2"/>
          </a:solidFill>
          <a:latin typeface="標楷體" panose="03000509000000000000" pitchFamily="65" charset="-120"/>
          <a:ea typeface="標楷體" panose="03000509000000000000" pitchFamily="65" charset="-120"/>
        </a:defRPr>
      </a:lvl5pPr>
      <a:lvl6pPr marL="414655" algn="l" rtl="0" fontAlgn="base">
        <a:spcBef>
          <a:spcPct val="0"/>
        </a:spcBef>
        <a:spcAft>
          <a:spcPct val="0"/>
        </a:spcAft>
        <a:defRPr kumimoji="1" sz="2720" b="1">
          <a:solidFill>
            <a:schemeClr val="tx2"/>
          </a:solidFill>
          <a:latin typeface="標楷體" panose="03000509000000000000" pitchFamily="65" charset="-120"/>
          <a:ea typeface="標楷體" panose="03000509000000000000" pitchFamily="65" charset="-120"/>
        </a:defRPr>
      </a:lvl6pPr>
      <a:lvl7pPr marL="829310" algn="l" rtl="0" fontAlgn="base">
        <a:spcBef>
          <a:spcPct val="0"/>
        </a:spcBef>
        <a:spcAft>
          <a:spcPct val="0"/>
        </a:spcAft>
        <a:defRPr kumimoji="1" sz="2720" b="1">
          <a:solidFill>
            <a:schemeClr val="tx2"/>
          </a:solidFill>
          <a:latin typeface="標楷體" panose="03000509000000000000" pitchFamily="65" charset="-120"/>
          <a:ea typeface="標楷體" panose="03000509000000000000" pitchFamily="65" charset="-120"/>
        </a:defRPr>
      </a:lvl7pPr>
      <a:lvl8pPr marL="1243965" algn="l" rtl="0" fontAlgn="base">
        <a:spcBef>
          <a:spcPct val="0"/>
        </a:spcBef>
        <a:spcAft>
          <a:spcPct val="0"/>
        </a:spcAft>
        <a:defRPr kumimoji="1" sz="2720" b="1">
          <a:solidFill>
            <a:schemeClr val="tx2"/>
          </a:solidFill>
          <a:latin typeface="標楷體" panose="03000509000000000000" pitchFamily="65" charset="-120"/>
          <a:ea typeface="標楷體" panose="03000509000000000000" pitchFamily="65" charset="-120"/>
        </a:defRPr>
      </a:lvl8pPr>
      <a:lvl9pPr marL="1658620" algn="l" rtl="0" fontAlgn="base">
        <a:spcBef>
          <a:spcPct val="0"/>
        </a:spcBef>
        <a:spcAft>
          <a:spcPct val="0"/>
        </a:spcAft>
        <a:defRPr kumimoji="1" sz="2720" b="1">
          <a:solidFill>
            <a:schemeClr val="tx2"/>
          </a:solidFill>
          <a:latin typeface="標楷體" panose="03000509000000000000" pitchFamily="65" charset="-120"/>
          <a:ea typeface="標楷體" panose="03000509000000000000" pitchFamily="65" charset="-120"/>
        </a:defRPr>
      </a:lvl9pPr>
    </p:titleStyle>
    <p:bodyStyle>
      <a:lvl1pPr marL="311150" indent="-311150" algn="l" rtl="0" eaLnBrk="0" fontAlgn="base" hangingPunct="0">
        <a:spcBef>
          <a:spcPct val="20000"/>
        </a:spcBef>
        <a:spcAft>
          <a:spcPct val="0"/>
        </a:spcAft>
        <a:buClr>
          <a:srgbClr val="FF3300"/>
        </a:buClr>
        <a:buFont typeface="Wingdings" panose="05000000000000000000" pitchFamily="2" charset="2"/>
        <a:buChar char="n"/>
        <a:defRPr kumimoji="1" sz="2175" b="1">
          <a:solidFill>
            <a:schemeClr val="tx1"/>
          </a:solidFill>
          <a:latin typeface="微軟正黑體" panose="020B0604030504040204" pitchFamily="34" charset="-120"/>
          <a:ea typeface="微軟正黑體" panose="020B0604030504040204" pitchFamily="34" charset="-120"/>
          <a:cs typeface="+mn-cs"/>
        </a:defRPr>
      </a:lvl1pPr>
      <a:lvl2pPr marL="673735" indent="-259080" algn="l" rtl="0" eaLnBrk="0" fontAlgn="base" hangingPunct="0">
        <a:spcBef>
          <a:spcPct val="20000"/>
        </a:spcBef>
        <a:spcAft>
          <a:spcPct val="0"/>
        </a:spcAft>
        <a:buClr>
          <a:srgbClr val="FF3300"/>
        </a:buClr>
        <a:buFont typeface="Wingdings" panose="05000000000000000000" pitchFamily="2" charset="2"/>
        <a:buChar char="n"/>
        <a:defRPr kumimoji="1" sz="1815" b="1">
          <a:solidFill>
            <a:schemeClr val="tx1"/>
          </a:solidFill>
          <a:latin typeface="微軟正黑體" panose="020B0604030504040204" pitchFamily="34" charset="-120"/>
          <a:ea typeface="微軟正黑體" panose="020B0604030504040204" pitchFamily="34" charset="-120"/>
        </a:defRPr>
      </a:lvl2pPr>
      <a:lvl3pPr marL="1036955" indent="-207645" algn="l" rtl="0" eaLnBrk="0" fontAlgn="base" hangingPunct="0">
        <a:spcBef>
          <a:spcPct val="20000"/>
        </a:spcBef>
        <a:spcAft>
          <a:spcPct val="0"/>
        </a:spcAft>
        <a:buClr>
          <a:srgbClr val="FF3300"/>
        </a:buClr>
        <a:buFont typeface="Wingdings" panose="05000000000000000000" pitchFamily="2" charset="2"/>
        <a:buChar char="n"/>
        <a:defRPr kumimoji="1" b="1">
          <a:solidFill>
            <a:schemeClr val="tx1"/>
          </a:solidFill>
          <a:latin typeface="微軟正黑體" panose="020B0604030504040204" pitchFamily="34" charset="-120"/>
          <a:ea typeface="微軟正黑體" panose="020B0604030504040204" pitchFamily="34" charset="-120"/>
        </a:defRPr>
      </a:lvl3pPr>
      <a:lvl4pPr marL="1451610" indent="-207645" algn="l" rtl="0" eaLnBrk="0" fontAlgn="base" hangingPunct="0">
        <a:spcBef>
          <a:spcPct val="20000"/>
        </a:spcBef>
        <a:spcAft>
          <a:spcPct val="0"/>
        </a:spcAft>
        <a:buChar char="–"/>
        <a:defRPr kumimoji="1" sz="1815">
          <a:solidFill>
            <a:schemeClr val="tx1"/>
          </a:solidFill>
          <a:latin typeface="+mn-lt"/>
          <a:ea typeface="新細明體" panose="02020500000000000000" charset="-120"/>
        </a:defRPr>
      </a:lvl4pPr>
      <a:lvl5pPr marL="1866265" indent="-207645" algn="l" rtl="0" eaLnBrk="0" fontAlgn="base" hangingPunct="0">
        <a:spcBef>
          <a:spcPct val="20000"/>
        </a:spcBef>
        <a:spcAft>
          <a:spcPct val="0"/>
        </a:spcAft>
        <a:buChar char="»"/>
        <a:defRPr kumimoji="1" sz="1815">
          <a:solidFill>
            <a:schemeClr val="tx1"/>
          </a:solidFill>
          <a:latin typeface="+mn-lt"/>
          <a:ea typeface="新細明體" panose="02020500000000000000" charset="-120"/>
        </a:defRPr>
      </a:lvl5pPr>
      <a:lvl6pPr marL="2280920" indent="-207645" algn="l" rtl="0" fontAlgn="base">
        <a:spcBef>
          <a:spcPct val="20000"/>
        </a:spcBef>
        <a:spcAft>
          <a:spcPct val="0"/>
        </a:spcAft>
        <a:buChar char="»"/>
        <a:defRPr kumimoji="1" sz="1815">
          <a:solidFill>
            <a:schemeClr val="tx1"/>
          </a:solidFill>
          <a:latin typeface="+mn-lt"/>
          <a:ea typeface="新細明體" panose="02020500000000000000" charset="-120"/>
        </a:defRPr>
      </a:lvl6pPr>
      <a:lvl7pPr marL="2695575" indent="-207645" algn="l" rtl="0" fontAlgn="base">
        <a:spcBef>
          <a:spcPct val="20000"/>
        </a:spcBef>
        <a:spcAft>
          <a:spcPct val="0"/>
        </a:spcAft>
        <a:buChar char="»"/>
        <a:defRPr kumimoji="1" sz="1815">
          <a:solidFill>
            <a:schemeClr val="tx1"/>
          </a:solidFill>
          <a:latin typeface="+mn-lt"/>
          <a:ea typeface="新細明體" panose="02020500000000000000" charset="-120"/>
        </a:defRPr>
      </a:lvl7pPr>
      <a:lvl8pPr marL="3110230" indent="-207645" algn="l" rtl="0" fontAlgn="base">
        <a:spcBef>
          <a:spcPct val="20000"/>
        </a:spcBef>
        <a:spcAft>
          <a:spcPct val="0"/>
        </a:spcAft>
        <a:buChar char="»"/>
        <a:defRPr kumimoji="1" sz="1815">
          <a:solidFill>
            <a:schemeClr val="tx1"/>
          </a:solidFill>
          <a:latin typeface="+mn-lt"/>
          <a:ea typeface="新細明體" panose="02020500000000000000" charset="-120"/>
        </a:defRPr>
      </a:lvl8pPr>
      <a:lvl9pPr marL="3524885" indent="-207645" algn="l" rtl="0" fontAlgn="base">
        <a:spcBef>
          <a:spcPct val="20000"/>
        </a:spcBef>
        <a:spcAft>
          <a:spcPct val="0"/>
        </a:spcAft>
        <a:buChar char="»"/>
        <a:defRPr kumimoji="1" sz="1815">
          <a:solidFill>
            <a:schemeClr val="tx1"/>
          </a:solidFill>
          <a:latin typeface="+mn-lt"/>
          <a:ea typeface="新細明體" panose="02020500000000000000" charset="-120"/>
        </a:defRPr>
      </a:lvl9pPr>
    </p:bodyStyle>
    <p:otherStyle>
      <a:defPPr>
        <a:defRPr lang="zh-TW"/>
      </a:defPPr>
      <a:lvl1pPr marL="0" algn="l" defTabSz="829310" rtl="0" eaLnBrk="1" latinLnBrk="0" hangingPunct="1">
        <a:defRPr sz="1635" kern="1200">
          <a:solidFill>
            <a:schemeClr val="tx1"/>
          </a:solidFill>
          <a:latin typeface="+mn-lt"/>
          <a:ea typeface="+mn-ea"/>
          <a:cs typeface="+mn-cs"/>
        </a:defRPr>
      </a:lvl1pPr>
      <a:lvl2pPr marL="414655" algn="l" defTabSz="829310" rtl="0" eaLnBrk="1" latinLnBrk="0" hangingPunct="1">
        <a:defRPr sz="1635" kern="1200">
          <a:solidFill>
            <a:schemeClr val="tx1"/>
          </a:solidFill>
          <a:latin typeface="+mn-lt"/>
          <a:ea typeface="+mn-ea"/>
          <a:cs typeface="+mn-cs"/>
        </a:defRPr>
      </a:lvl2pPr>
      <a:lvl3pPr marL="829310" algn="l" defTabSz="829310" rtl="0" eaLnBrk="1" latinLnBrk="0" hangingPunct="1">
        <a:defRPr sz="1635" kern="1200">
          <a:solidFill>
            <a:schemeClr val="tx1"/>
          </a:solidFill>
          <a:latin typeface="+mn-lt"/>
          <a:ea typeface="+mn-ea"/>
          <a:cs typeface="+mn-cs"/>
        </a:defRPr>
      </a:lvl3pPr>
      <a:lvl4pPr marL="1243965" algn="l" defTabSz="829310" rtl="0" eaLnBrk="1" latinLnBrk="0" hangingPunct="1">
        <a:defRPr sz="1635" kern="1200">
          <a:solidFill>
            <a:schemeClr val="tx1"/>
          </a:solidFill>
          <a:latin typeface="+mn-lt"/>
          <a:ea typeface="+mn-ea"/>
          <a:cs typeface="+mn-cs"/>
        </a:defRPr>
      </a:lvl4pPr>
      <a:lvl5pPr marL="1658620" algn="l" defTabSz="829310" rtl="0" eaLnBrk="1" latinLnBrk="0" hangingPunct="1">
        <a:defRPr sz="1635" kern="1200">
          <a:solidFill>
            <a:schemeClr val="tx1"/>
          </a:solidFill>
          <a:latin typeface="+mn-lt"/>
          <a:ea typeface="+mn-ea"/>
          <a:cs typeface="+mn-cs"/>
        </a:defRPr>
      </a:lvl5pPr>
      <a:lvl6pPr marL="2073275" algn="l" defTabSz="829310" rtl="0" eaLnBrk="1" latinLnBrk="0" hangingPunct="1">
        <a:defRPr sz="1635" kern="1200">
          <a:solidFill>
            <a:schemeClr val="tx1"/>
          </a:solidFill>
          <a:latin typeface="+mn-lt"/>
          <a:ea typeface="+mn-ea"/>
          <a:cs typeface="+mn-cs"/>
        </a:defRPr>
      </a:lvl6pPr>
      <a:lvl7pPr marL="2487930" algn="l" defTabSz="829310" rtl="0" eaLnBrk="1" latinLnBrk="0" hangingPunct="1">
        <a:defRPr sz="1635" kern="1200">
          <a:solidFill>
            <a:schemeClr val="tx1"/>
          </a:solidFill>
          <a:latin typeface="+mn-lt"/>
          <a:ea typeface="+mn-ea"/>
          <a:cs typeface="+mn-cs"/>
        </a:defRPr>
      </a:lvl7pPr>
      <a:lvl8pPr marL="2903220" algn="l" defTabSz="829310" rtl="0" eaLnBrk="1" latinLnBrk="0" hangingPunct="1">
        <a:defRPr sz="1635" kern="1200">
          <a:solidFill>
            <a:schemeClr val="tx1"/>
          </a:solidFill>
          <a:latin typeface="+mn-lt"/>
          <a:ea typeface="+mn-ea"/>
          <a:cs typeface="+mn-cs"/>
        </a:defRPr>
      </a:lvl8pPr>
      <a:lvl9pPr marL="3317875" algn="l" defTabSz="829310" rtl="0" eaLnBrk="1" latinLnBrk="0" hangingPunct="1">
        <a:defRPr sz="1635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30" name="Picture 17" descr="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57380" y="6258561"/>
            <a:ext cx="887628" cy="37851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0974" name="Rectangle 14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032826" y="6604911"/>
            <a:ext cx="1080000" cy="224565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algn="r">
              <a:defRPr sz="900">
                <a:latin typeface="微軟正黑體" panose="020B0604030504040204" pitchFamily="34" charset="-120"/>
                <a:ea typeface="微軟正黑體" panose="020B0604030504040204" pitchFamily="34" charset="-120"/>
              </a:defRPr>
            </a:lvl1pPr>
          </a:lstStyle>
          <a:p>
            <a:pPr defTabSz="829310">
              <a:defRPr/>
            </a:pPr>
            <a:r>
              <a:rPr lang="zh-TW" altLang="en-US">
                <a:solidFill>
                  <a:prstClr val="black"/>
                </a:solidFill>
              </a:rPr>
              <a:t>第</a:t>
            </a:r>
            <a:fld id="{97E2107F-FE5C-4B21-9691-E81A2D991AEB}" type="slidenum">
              <a:rPr lang="en-US" altLang="zh-TW" smtClean="0">
                <a:solidFill>
                  <a:prstClr val="black"/>
                </a:solidFill>
              </a:rPr>
              <a:t>‹#›</a:t>
            </a:fld>
            <a:r>
              <a:rPr lang="zh-TW" altLang="en-US">
                <a:solidFill>
                  <a:prstClr val="black"/>
                </a:solidFill>
              </a:rPr>
              <a:t>頁</a:t>
            </a:r>
            <a:endParaRPr lang="en-US" altLang="zh-TW" dirty="0">
              <a:solidFill>
                <a:prstClr val="black"/>
              </a:solidFill>
            </a:endParaRPr>
          </a:p>
        </p:txBody>
      </p:sp>
      <p:sp>
        <p:nvSpPr>
          <p:cNvPr id="1028" name="Line 22"/>
          <p:cNvSpPr>
            <a:spLocks noChangeShapeType="1"/>
          </p:cNvSpPr>
          <p:nvPr/>
        </p:nvSpPr>
        <p:spPr bwMode="auto">
          <a:xfrm>
            <a:off x="611188" y="981075"/>
            <a:ext cx="8064500" cy="0"/>
          </a:xfrm>
          <a:prstGeom prst="line">
            <a:avLst/>
          </a:prstGeom>
          <a:noFill/>
          <a:ln w="28575">
            <a:solidFill>
              <a:srgbClr val="FF0000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l" defTabSz="82931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TW" altLang="en-US" sz="1635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新細明體" panose="02020500000000000000" charset="-120"/>
              <a:cs typeface="+mn-cs"/>
            </a:endParaRPr>
          </a:p>
        </p:txBody>
      </p:sp>
      <p:sp>
        <p:nvSpPr>
          <p:cNvPr id="1029" name="Line 23"/>
          <p:cNvSpPr>
            <a:spLocks noChangeShapeType="1"/>
          </p:cNvSpPr>
          <p:nvPr/>
        </p:nvSpPr>
        <p:spPr bwMode="auto">
          <a:xfrm>
            <a:off x="1894842" y="6511178"/>
            <a:ext cx="5940000" cy="0"/>
          </a:xfrm>
          <a:prstGeom prst="line">
            <a:avLst/>
          </a:prstGeom>
          <a:noFill/>
          <a:ln w="28575">
            <a:solidFill>
              <a:srgbClr val="FF0000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l" defTabSz="82931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TW" altLang="en-US" sz="1635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新細明體" panose="02020500000000000000" charset="-120"/>
              <a:cs typeface="+mn-cs"/>
            </a:endParaRPr>
          </a:p>
        </p:txBody>
      </p:sp>
      <p:sp>
        <p:nvSpPr>
          <p:cNvPr id="1031" name="Rectangle 24"/>
          <p:cNvSpPr>
            <a:spLocks noGrp="1" noChangeArrowheads="1"/>
          </p:cNvSpPr>
          <p:nvPr>
            <p:ph type="title"/>
          </p:nvPr>
        </p:nvSpPr>
        <p:spPr bwMode="auto">
          <a:xfrm>
            <a:off x="611190" y="225086"/>
            <a:ext cx="8047129" cy="69790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/>
          <a:lstStyle/>
          <a:p>
            <a:pPr lvl="0"/>
            <a:r>
              <a:rPr lang="zh-TW" altLang="en-US"/>
              <a:t>按一下以編輯母片標題樣式</a:t>
            </a:r>
          </a:p>
        </p:txBody>
      </p:sp>
      <p:sp>
        <p:nvSpPr>
          <p:cNvPr id="1032" name="Rectangle 25"/>
          <p:cNvSpPr>
            <a:spLocks noGrp="1" noChangeArrowheads="1"/>
          </p:cNvSpPr>
          <p:nvPr>
            <p:ph type="body" idx="1"/>
          </p:nvPr>
        </p:nvSpPr>
        <p:spPr bwMode="auto">
          <a:xfrm>
            <a:off x="611189" y="1195754"/>
            <a:ext cx="8047128" cy="51367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pPr lvl="0"/>
            <a:r>
              <a:rPr lang="zh-TW" altLang="en-US" dirty="0"/>
              <a:t>按一下以編輯母片</a:t>
            </a:r>
          </a:p>
          <a:p>
            <a:pPr lvl="1"/>
            <a:r>
              <a:rPr lang="zh-TW" altLang="en-US" dirty="0"/>
              <a:t>第二層</a:t>
            </a:r>
          </a:p>
          <a:p>
            <a:pPr lvl="2"/>
            <a:r>
              <a:rPr lang="zh-TW" altLang="en-US" dirty="0"/>
              <a:t>第三層</a:t>
            </a:r>
          </a:p>
        </p:txBody>
      </p:sp>
      <p:sp>
        <p:nvSpPr>
          <p:cNvPr id="12" name="Text Box 21"/>
          <p:cNvSpPr txBox="1">
            <a:spLocks noChangeArrowheads="1"/>
          </p:cNvSpPr>
          <p:nvPr/>
        </p:nvSpPr>
        <p:spPr bwMode="auto">
          <a:xfrm>
            <a:off x="549356" y="6368305"/>
            <a:ext cx="1727597" cy="21822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67544" tIns="33764" rIns="67544" bIns="33764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charset="-120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charset="-120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charset="-120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charset="-120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charset="-120"/>
              </a:defRPr>
            </a:lvl9pPr>
          </a:lstStyle>
          <a:p>
            <a:pPr eaLnBrk="1" hangingPunct="1">
              <a:spcBef>
                <a:spcPct val="50000"/>
              </a:spcBef>
              <a:defRPr/>
            </a:pPr>
            <a:r>
              <a:rPr lang="zh-TW" altLang="en-US" sz="975" b="1" dirty="0">
                <a:solidFill>
                  <a:srgbClr val="80808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誠信  承諾  創新  合作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hdr="0" ftr="0" dt="0"/>
  <p:txStyles>
    <p:titleStyle>
      <a:lvl1pPr algn="l" rtl="0" eaLnBrk="0" fontAlgn="base" hangingPunct="0">
        <a:spcBef>
          <a:spcPct val="0"/>
        </a:spcBef>
        <a:spcAft>
          <a:spcPct val="0"/>
        </a:spcAft>
        <a:defRPr kumimoji="1" sz="2400" b="1">
          <a:solidFill>
            <a:schemeClr val="tx1"/>
          </a:solidFill>
          <a:latin typeface="微軟正黑體" panose="020B0604030504040204" pitchFamily="34" charset="-120"/>
          <a:ea typeface="微軟正黑體" panose="020B0604030504040204" pitchFamily="34" charset="-120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kumimoji="1" sz="2720" b="1">
          <a:solidFill>
            <a:schemeClr val="tx2"/>
          </a:solidFill>
          <a:latin typeface="標楷體" panose="03000509000000000000" pitchFamily="65" charset="-120"/>
          <a:ea typeface="標楷體" panose="03000509000000000000" pitchFamily="65" charset="-12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kumimoji="1" sz="2720" b="1">
          <a:solidFill>
            <a:schemeClr val="tx2"/>
          </a:solidFill>
          <a:latin typeface="標楷體" panose="03000509000000000000" pitchFamily="65" charset="-120"/>
          <a:ea typeface="標楷體" panose="03000509000000000000" pitchFamily="65" charset="-12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kumimoji="1" sz="2720" b="1">
          <a:solidFill>
            <a:schemeClr val="tx2"/>
          </a:solidFill>
          <a:latin typeface="標楷體" panose="03000509000000000000" pitchFamily="65" charset="-120"/>
          <a:ea typeface="標楷體" panose="03000509000000000000" pitchFamily="65" charset="-12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kumimoji="1" sz="2720" b="1">
          <a:solidFill>
            <a:schemeClr val="tx2"/>
          </a:solidFill>
          <a:latin typeface="標楷體" panose="03000509000000000000" pitchFamily="65" charset="-120"/>
          <a:ea typeface="標楷體" panose="03000509000000000000" pitchFamily="65" charset="-120"/>
        </a:defRPr>
      </a:lvl5pPr>
      <a:lvl6pPr marL="414655" algn="l" rtl="0" fontAlgn="base">
        <a:spcBef>
          <a:spcPct val="0"/>
        </a:spcBef>
        <a:spcAft>
          <a:spcPct val="0"/>
        </a:spcAft>
        <a:defRPr kumimoji="1" sz="2720" b="1">
          <a:solidFill>
            <a:schemeClr val="tx2"/>
          </a:solidFill>
          <a:latin typeface="標楷體" panose="03000509000000000000" pitchFamily="65" charset="-120"/>
          <a:ea typeface="標楷體" panose="03000509000000000000" pitchFamily="65" charset="-120"/>
        </a:defRPr>
      </a:lvl6pPr>
      <a:lvl7pPr marL="829310" algn="l" rtl="0" fontAlgn="base">
        <a:spcBef>
          <a:spcPct val="0"/>
        </a:spcBef>
        <a:spcAft>
          <a:spcPct val="0"/>
        </a:spcAft>
        <a:defRPr kumimoji="1" sz="2720" b="1">
          <a:solidFill>
            <a:schemeClr val="tx2"/>
          </a:solidFill>
          <a:latin typeface="標楷體" panose="03000509000000000000" pitchFamily="65" charset="-120"/>
          <a:ea typeface="標楷體" panose="03000509000000000000" pitchFamily="65" charset="-120"/>
        </a:defRPr>
      </a:lvl7pPr>
      <a:lvl8pPr marL="1243965" algn="l" rtl="0" fontAlgn="base">
        <a:spcBef>
          <a:spcPct val="0"/>
        </a:spcBef>
        <a:spcAft>
          <a:spcPct val="0"/>
        </a:spcAft>
        <a:defRPr kumimoji="1" sz="2720" b="1">
          <a:solidFill>
            <a:schemeClr val="tx2"/>
          </a:solidFill>
          <a:latin typeface="標楷體" panose="03000509000000000000" pitchFamily="65" charset="-120"/>
          <a:ea typeface="標楷體" panose="03000509000000000000" pitchFamily="65" charset="-120"/>
        </a:defRPr>
      </a:lvl8pPr>
      <a:lvl9pPr marL="1658620" algn="l" rtl="0" fontAlgn="base">
        <a:spcBef>
          <a:spcPct val="0"/>
        </a:spcBef>
        <a:spcAft>
          <a:spcPct val="0"/>
        </a:spcAft>
        <a:defRPr kumimoji="1" sz="2720" b="1">
          <a:solidFill>
            <a:schemeClr val="tx2"/>
          </a:solidFill>
          <a:latin typeface="標楷體" panose="03000509000000000000" pitchFamily="65" charset="-120"/>
          <a:ea typeface="標楷體" panose="03000509000000000000" pitchFamily="65" charset="-120"/>
        </a:defRPr>
      </a:lvl9pPr>
    </p:titleStyle>
    <p:bodyStyle>
      <a:lvl1pPr marL="311150" indent="-311150" algn="l" rtl="0" eaLnBrk="0" fontAlgn="base" hangingPunct="0">
        <a:spcBef>
          <a:spcPct val="20000"/>
        </a:spcBef>
        <a:spcAft>
          <a:spcPct val="0"/>
        </a:spcAft>
        <a:buClr>
          <a:srgbClr val="FF3300"/>
        </a:buClr>
        <a:buFont typeface="Wingdings" panose="05000000000000000000" pitchFamily="2" charset="2"/>
        <a:buChar char="n"/>
        <a:defRPr kumimoji="1" sz="2175" b="1">
          <a:solidFill>
            <a:schemeClr val="tx1"/>
          </a:solidFill>
          <a:latin typeface="微軟正黑體" panose="020B0604030504040204" pitchFamily="34" charset="-120"/>
          <a:ea typeface="微軟正黑體" panose="020B0604030504040204" pitchFamily="34" charset="-120"/>
          <a:cs typeface="+mn-cs"/>
        </a:defRPr>
      </a:lvl1pPr>
      <a:lvl2pPr marL="673735" indent="-259080" algn="l" rtl="0" eaLnBrk="0" fontAlgn="base" hangingPunct="0">
        <a:spcBef>
          <a:spcPct val="20000"/>
        </a:spcBef>
        <a:spcAft>
          <a:spcPct val="0"/>
        </a:spcAft>
        <a:buClr>
          <a:srgbClr val="FF3300"/>
        </a:buClr>
        <a:buFont typeface="Wingdings" panose="05000000000000000000" pitchFamily="2" charset="2"/>
        <a:buChar char="n"/>
        <a:defRPr kumimoji="1" sz="1815" b="1">
          <a:solidFill>
            <a:schemeClr val="tx1"/>
          </a:solidFill>
          <a:latin typeface="微軟正黑體" panose="020B0604030504040204" pitchFamily="34" charset="-120"/>
          <a:ea typeface="微軟正黑體" panose="020B0604030504040204" pitchFamily="34" charset="-120"/>
        </a:defRPr>
      </a:lvl2pPr>
      <a:lvl3pPr marL="1036955" indent="-207645" algn="l" rtl="0" eaLnBrk="0" fontAlgn="base" hangingPunct="0">
        <a:spcBef>
          <a:spcPct val="20000"/>
        </a:spcBef>
        <a:spcAft>
          <a:spcPct val="0"/>
        </a:spcAft>
        <a:buClr>
          <a:srgbClr val="FF3300"/>
        </a:buClr>
        <a:buFont typeface="Wingdings" panose="05000000000000000000" pitchFamily="2" charset="2"/>
        <a:buChar char="n"/>
        <a:defRPr kumimoji="1" b="1">
          <a:solidFill>
            <a:schemeClr val="tx1"/>
          </a:solidFill>
          <a:latin typeface="微軟正黑體" panose="020B0604030504040204" pitchFamily="34" charset="-120"/>
          <a:ea typeface="微軟正黑體" panose="020B0604030504040204" pitchFamily="34" charset="-120"/>
        </a:defRPr>
      </a:lvl3pPr>
      <a:lvl4pPr marL="1451610" indent="-207645" algn="l" rtl="0" eaLnBrk="0" fontAlgn="base" hangingPunct="0">
        <a:spcBef>
          <a:spcPct val="20000"/>
        </a:spcBef>
        <a:spcAft>
          <a:spcPct val="0"/>
        </a:spcAft>
        <a:buChar char="–"/>
        <a:defRPr kumimoji="1" sz="1815">
          <a:solidFill>
            <a:schemeClr val="tx1"/>
          </a:solidFill>
          <a:latin typeface="+mn-lt"/>
          <a:ea typeface="新細明體" panose="02020500000000000000" charset="-120"/>
        </a:defRPr>
      </a:lvl4pPr>
      <a:lvl5pPr marL="1866265" indent="-207645" algn="l" rtl="0" eaLnBrk="0" fontAlgn="base" hangingPunct="0">
        <a:spcBef>
          <a:spcPct val="20000"/>
        </a:spcBef>
        <a:spcAft>
          <a:spcPct val="0"/>
        </a:spcAft>
        <a:buChar char="»"/>
        <a:defRPr kumimoji="1" sz="1815">
          <a:solidFill>
            <a:schemeClr val="tx1"/>
          </a:solidFill>
          <a:latin typeface="+mn-lt"/>
          <a:ea typeface="新細明體" panose="02020500000000000000" charset="-120"/>
        </a:defRPr>
      </a:lvl5pPr>
      <a:lvl6pPr marL="2280920" indent="-207645" algn="l" rtl="0" fontAlgn="base">
        <a:spcBef>
          <a:spcPct val="20000"/>
        </a:spcBef>
        <a:spcAft>
          <a:spcPct val="0"/>
        </a:spcAft>
        <a:buChar char="»"/>
        <a:defRPr kumimoji="1" sz="1815">
          <a:solidFill>
            <a:schemeClr val="tx1"/>
          </a:solidFill>
          <a:latin typeface="+mn-lt"/>
          <a:ea typeface="新細明體" panose="02020500000000000000" charset="-120"/>
        </a:defRPr>
      </a:lvl6pPr>
      <a:lvl7pPr marL="2695575" indent="-207645" algn="l" rtl="0" fontAlgn="base">
        <a:spcBef>
          <a:spcPct val="20000"/>
        </a:spcBef>
        <a:spcAft>
          <a:spcPct val="0"/>
        </a:spcAft>
        <a:buChar char="»"/>
        <a:defRPr kumimoji="1" sz="1815">
          <a:solidFill>
            <a:schemeClr val="tx1"/>
          </a:solidFill>
          <a:latin typeface="+mn-lt"/>
          <a:ea typeface="新細明體" panose="02020500000000000000" charset="-120"/>
        </a:defRPr>
      </a:lvl7pPr>
      <a:lvl8pPr marL="3110230" indent="-207645" algn="l" rtl="0" fontAlgn="base">
        <a:spcBef>
          <a:spcPct val="20000"/>
        </a:spcBef>
        <a:spcAft>
          <a:spcPct val="0"/>
        </a:spcAft>
        <a:buChar char="»"/>
        <a:defRPr kumimoji="1" sz="1815">
          <a:solidFill>
            <a:schemeClr val="tx1"/>
          </a:solidFill>
          <a:latin typeface="+mn-lt"/>
          <a:ea typeface="新細明體" panose="02020500000000000000" charset="-120"/>
        </a:defRPr>
      </a:lvl8pPr>
      <a:lvl9pPr marL="3524885" indent="-207645" algn="l" rtl="0" fontAlgn="base">
        <a:spcBef>
          <a:spcPct val="20000"/>
        </a:spcBef>
        <a:spcAft>
          <a:spcPct val="0"/>
        </a:spcAft>
        <a:buChar char="»"/>
        <a:defRPr kumimoji="1" sz="1815">
          <a:solidFill>
            <a:schemeClr val="tx1"/>
          </a:solidFill>
          <a:latin typeface="+mn-lt"/>
          <a:ea typeface="新細明體" panose="02020500000000000000" charset="-120"/>
        </a:defRPr>
      </a:lvl9pPr>
    </p:bodyStyle>
    <p:otherStyle>
      <a:defPPr>
        <a:defRPr lang="zh-TW"/>
      </a:defPPr>
      <a:lvl1pPr marL="0" algn="l" defTabSz="829310" rtl="0" eaLnBrk="1" latinLnBrk="0" hangingPunct="1">
        <a:defRPr sz="1635" kern="1200">
          <a:solidFill>
            <a:schemeClr val="tx1"/>
          </a:solidFill>
          <a:latin typeface="+mn-lt"/>
          <a:ea typeface="+mn-ea"/>
          <a:cs typeface="+mn-cs"/>
        </a:defRPr>
      </a:lvl1pPr>
      <a:lvl2pPr marL="414655" algn="l" defTabSz="829310" rtl="0" eaLnBrk="1" latinLnBrk="0" hangingPunct="1">
        <a:defRPr sz="1635" kern="1200">
          <a:solidFill>
            <a:schemeClr val="tx1"/>
          </a:solidFill>
          <a:latin typeface="+mn-lt"/>
          <a:ea typeface="+mn-ea"/>
          <a:cs typeface="+mn-cs"/>
        </a:defRPr>
      </a:lvl2pPr>
      <a:lvl3pPr marL="829310" algn="l" defTabSz="829310" rtl="0" eaLnBrk="1" latinLnBrk="0" hangingPunct="1">
        <a:defRPr sz="1635" kern="1200">
          <a:solidFill>
            <a:schemeClr val="tx1"/>
          </a:solidFill>
          <a:latin typeface="+mn-lt"/>
          <a:ea typeface="+mn-ea"/>
          <a:cs typeface="+mn-cs"/>
        </a:defRPr>
      </a:lvl3pPr>
      <a:lvl4pPr marL="1243965" algn="l" defTabSz="829310" rtl="0" eaLnBrk="1" latinLnBrk="0" hangingPunct="1">
        <a:defRPr sz="1635" kern="1200">
          <a:solidFill>
            <a:schemeClr val="tx1"/>
          </a:solidFill>
          <a:latin typeface="+mn-lt"/>
          <a:ea typeface="+mn-ea"/>
          <a:cs typeface="+mn-cs"/>
        </a:defRPr>
      </a:lvl4pPr>
      <a:lvl5pPr marL="1658620" algn="l" defTabSz="829310" rtl="0" eaLnBrk="1" latinLnBrk="0" hangingPunct="1">
        <a:defRPr sz="1635" kern="1200">
          <a:solidFill>
            <a:schemeClr val="tx1"/>
          </a:solidFill>
          <a:latin typeface="+mn-lt"/>
          <a:ea typeface="+mn-ea"/>
          <a:cs typeface="+mn-cs"/>
        </a:defRPr>
      </a:lvl5pPr>
      <a:lvl6pPr marL="2073275" algn="l" defTabSz="829310" rtl="0" eaLnBrk="1" latinLnBrk="0" hangingPunct="1">
        <a:defRPr sz="1635" kern="1200">
          <a:solidFill>
            <a:schemeClr val="tx1"/>
          </a:solidFill>
          <a:latin typeface="+mn-lt"/>
          <a:ea typeface="+mn-ea"/>
          <a:cs typeface="+mn-cs"/>
        </a:defRPr>
      </a:lvl6pPr>
      <a:lvl7pPr marL="2487930" algn="l" defTabSz="829310" rtl="0" eaLnBrk="1" latinLnBrk="0" hangingPunct="1">
        <a:defRPr sz="1635" kern="1200">
          <a:solidFill>
            <a:schemeClr val="tx1"/>
          </a:solidFill>
          <a:latin typeface="+mn-lt"/>
          <a:ea typeface="+mn-ea"/>
          <a:cs typeface="+mn-cs"/>
        </a:defRPr>
      </a:lvl7pPr>
      <a:lvl8pPr marL="2903220" algn="l" defTabSz="829310" rtl="0" eaLnBrk="1" latinLnBrk="0" hangingPunct="1">
        <a:defRPr sz="1635" kern="1200">
          <a:solidFill>
            <a:schemeClr val="tx1"/>
          </a:solidFill>
          <a:latin typeface="+mn-lt"/>
          <a:ea typeface="+mn-ea"/>
          <a:cs typeface="+mn-cs"/>
        </a:defRPr>
      </a:lvl8pPr>
      <a:lvl9pPr marL="3317875" algn="l" defTabSz="829310" rtl="0" eaLnBrk="1" latinLnBrk="0" hangingPunct="1">
        <a:defRPr sz="1635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5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611188" y="188640"/>
            <a:ext cx="8075612" cy="719410"/>
          </a:xfrm>
        </p:spPr>
        <p:txBody>
          <a:bodyPr/>
          <a:lstStyle/>
          <a:p>
            <a:pPr marL="984250" indent="-984250"/>
            <a:r>
              <a:rPr lang="zh-TW" altLang="en-US" sz="2500" dirty="0"/>
              <a:t>交易策略：</a:t>
            </a:r>
            <a:r>
              <a:rPr lang="en-US" altLang="zh-TW" sz="2500" dirty="0"/>
              <a:t>TWD IRS pay 6s, rec 2y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534829" y="1412776"/>
            <a:ext cx="8075612" cy="3168352"/>
          </a:xfrm>
        </p:spPr>
        <p:txBody>
          <a:bodyPr/>
          <a:lstStyle/>
          <a:p>
            <a:endParaRPr lang="zh-TW" altLang="zh-TW" sz="2000" dirty="0">
              <a:effectLst/>
              <a:latin typeface="+mj-ea"/>
              <a:ea typeface="+mj-ea"/>
              <a:cs typeface="新細明體" panose="02020500000000000000" charset="-120"/>
            </a:endParaRPr>
          </a:p>
          <a:p>
            <a:pPr marL="0" indent="0">
              <a:buNone/>
            </a:pPr>
            <a:endParaRPr lang="en-US" altLang="zh-TW" sz="2000" dirty="0"/>
          </a:p>
          <a:p>
            <a:endParaRPr lang="zh-TW" altLang="en-US" sz="2000" dirty="0"/>
          </a:p>
        </p:txBody>
      </p:sp>
      <p:sp>
        <p:nvSpPr>
          <p:cNvPr id="49" name="文字方塊 48"/>
          <p:cNvSpPr txBox="1"/>
          <p:nvPr/>
        </p:nvSpPr>
        <p:spPr>
          <a:xfrm>
            <a:off x="226060" y="967135"/>
            <a:ext cx="8460740" cy="369267"/>
          </a:xfrm>
          <a:prstGeom prst="roundRect">
            <a:avLst/>
          </a:prstGeom>
          <a:solidFill>
            <a:srgbClr val="2E75B6"/>
          </a:solidFill>
        </p:spPr>
        <p:txBody>
          <a:bodyPr wrap="square" tIns="36000" bIns="36000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TW" altLang="en-US" sz="1600" b="1" dirty="0">
                <a:solidFill>
                  <a:srgbClr val="FFFFFF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認為央行貨幣政策最終不如市場預期激進</a:t>
            </a:r>
          </a:p>
        </p:txBody>
      </p:sp>
      <p:sp>
        <p:nvSpPr>
          <p:cNvPr id="12" name="內容版面配置區 2"/>
          <p:cNvSpPr>
            <a:spLocks noGrp="1"/>
          </p:cNvSpPr>
          <p:nvPr/>
        </p:nvSpPr>
        <p:spPr>
          <a:xfrm>
            <a:off x="166370" y="1351280"/>
            <a:ext cx="8981440" cy="316865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21" tIns="45710" rIns="91421" bIns="45710" numCol="1" anchor="t" anchorCtr="0" compatLnSpc="1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3300"/>
              </a:buClr>
              <a:buFont typeface="Wingdings" panose="05000000000000000000" pitchFamily="2" charset="2"/>
              <a:buChar char="n"/>
              <a:defRPr kumimoji="1" sz="2400" b="1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Arial" panose="020B0604020202020204" pitchFamily="34" charset="0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3300"/>
              </a:buClr>
              <a:buFont typeface="Wingdings" panose="05000000000000000000" pitchFamily="2" charset="2"/>
              <a:buChar char="n"/>
              <a:defRPr kumimoji="1" sz="2000" b="1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Arial" panose="020B0604020202020204" pitchFamily="34" charset="0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3300"/>
              </a:buClr>
              <a:buFont typeface="Wingdings" panose="05000000000000000000" pitchFamily="2" charset="2"/>
              <a:buChar char="n"/>
              <a:defRPr kumimoji="1" b="1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Arial" panose="020B0604020202020204" pitchFamily="34" charset="0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Arial" panose="020B0604020202020204" pitchFamily="34" charset="0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Arial" panose="020B0604020202020204" pitchFamily="34" charset="0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新細明體" panose="02020500000000000000" charset="-120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新細明體" panose="02020500000000000000" charset="-120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新細明體" panose="02020500000000000000" charset="-120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新細明體" panose="02020500000000000000" charset="-120"/>
              </a:defRPr>
            </a:lvl9pPr>
          </a:lstStyle>
          <a:p>
            <a:r>
              <a:rPr lang="zh-TW" altLang="en-US" sz="2000" dirty="0">
                <a:latin typeface="+mj-ea"/>
                <a:ea typeface="+mj-ea"/>
              </a:rPr>
              <a:t>楊金龍：關鍵在第二季</a:t>
            </a:r>
          </a:p>
          <a:p>
            <a:pPr marL="0" indent="0">
              <a:buNone/>
            </a:pPr>
            <a:r>
              <a:rPr lang="zh-TW" altLang="en-US" sz="2000" dirty="0">
                <a:latin typeface="+mj-ea"/>
                <a:ea typeface="+mj-ea"/>
              </a:rPr>
              <a:t>      →</a:t>
            </a:r>
            <a:r>
              <a:rPr lang="en-US" altLang="zh-TW" sz="2000" dirty="0">
                <a:latin typeface="+mj-ea"/>
                <a:ea typeface="+mj-ea"/>
              </a:rPr>
              <a:t>Pay 6s IRS</a:t>
            </a:r>
            <a:r>
              <a:rPr lang="zh-TW" altLang="en-US" sz="2000" dirty="0">
                <a:latin typeface="+mj-ea"/>
                <a:ea typeface="+mj-ea"/>
              </a:rPr>
              <a:t>預防央行預防性升息</a:t>
            </a:r>
          </a:p>
          <a:p>
            <a:endParaRPr lang="zh-TW" altLang="en-US" sz="1000" dirty="0">
              <a:latin typeface="+mj-ea"/>
              <a:ea typeface="+mj-ea"/>
            </a:endParaRPr>
          </a:p>
          <a:p>
            <a:r>
              <a:rPr lang="zh-TW" altLang="en-US" sz="2000" dirty="0">
                <a:latin typeface="+mj-ea"/>
                <a:ea typeface="+mj-ea"/>
              </a:rPr>
              <a:t>但</a:t>
            </a:r>
            <a:r>
              <a:rPr lang="en-US" altLang="zh-TW" sz="2000" dirty="0">
                <a:latin typeface="+mj-ea"/>
                <a:ea typeface="+mj-ea"/>
              </a:rPr>
              <a:t>2Y IRS</a:t>
            </a:r>
            <a:r>
              <a:rPr lang="zh-TW" altLang="en-US" sz="2000" dirty="0">
                <a:latin typeface="+mj-ea"/>
                <a:ea typeface="+mj-ea"/>
              </a:rPr>
              <a:t>隱含未來升息路徑過於激進</a:t>
            </a:r>
          </a:p>
          <a:p>
            <a:pPr marL="0" indent="0">
              <a:buNone/>
            </a:pPr>
            <a:r>
              <a:rPr lang="zh-TW" altLang="en-US" sz="2000" dirty="0">
                <a:latin typeface="+mj-ea"/>
                <a:ea typeface="+mj-ea"/>
              </a:rPr>
              <a:t>      →央行管控輸入性通膨：匯率</a:t>
            </a:r>
            <a:r>
              <a:rPr lang="en-US" altLang="zh-TW" sz="2000" dirty="0">
                <a:latin typeface="+mj-ea"/>
                <a:ea typeface="+mj-ea"/>
              </a:rPr>
              <a:t> &gt; </a:t>
            </a:r>
            <a:r>
              <a:rPr lang="zh-TW" altLang="en-US" sz="2000" dirty="0">
                <a:latin typeface="+mj-ea"/>
                <a:ea typeface="+mj-ea"/>
              </a:rPr>
              <a:t>利率</a:t>
            </a:r>
          </a:p>
          <a:p>
            <a:pPr marL="0" indent="0">
              <a:buNone/>
            </a:pPr>
            <a:r>
              <a:rPr lang="en-US" altLang="zh-TW" sz="2000" dirty="0">
                <a:latin typeface="+mj-ea"/>
                <a:ea typeface="+mj-ea"/>
              </a:rPr>
              <a:t>      </a:t>
            </a:r>
            <a:r>
              <a:rPr lang="zh-TW" altLang="en-US" sz="2000" dirty="0">
                <a:latin typeface="+mj-ea"/>
                <a:ea typeface="+mj-ea"/>
              </a:rPr>
              <a:t>→</a:t>
            </a:r>
            <a:r>
              <a:rPr lang="en-US" altLang="zh-TW" sz="2000" dirty="0">
                <a:latin typeface="+mj-ea"/>
                <a:ea typeface="+mj-ea"/>
              </a:rPr>
              <a:t>3/19</a:t>
            </a:r>
            <a:r>
              <a:rPr lang="zh-TW" altLang="en-US" sz="2000" dirty="0">
                <a:latin typeface="+mj-ea"/>
                <a:ea typeface="+mj-ea"/>
              </a:rPr>
              <a:t>時楊金龍提到市場</a:t>
            </a:r>
            <a:r>
              <a:rPr lang="en-US" altLang="zh-TW" sz="2000" dirty="0">
                <a:latin typeface="+mj-ea"/>
                <a:ea typeface="+mj-ea"/>
              </a:rPr>
              <a:t>overreaction</a:t>
            </a:r>
          </a:p>
          <a:p>
            <a:endParaRPr lang="zh-TW" altLang="en-US" sz="2000" dirty="0">
              <a:latin typeface="+mj-ea"/>
              <a:ea typeface="+mj-ea"/>
            </a:endParaRPr>
          </a:p>
          <a:p>
            <a:r>
              <a:rPr lang="en-US" altLang="zh-TW" sz="2000" dirty="0">
                <a:latin typeface="+mj-ea"/>
                <a:ea typeface="+mj-ea"/>
              </a:rPr>
              <a:t>TWD IRS</a:t>
            </a:r>
            <a:r>
              <a:rPr lang="zh-TW" altLang="en-US" sz="2000" dirty="0">
                <a:latin typeface="+mj-ea"/>
                <a:ea typeface="+mj-ea"/>
              </a:rPr>
              <a:t>目前各年期利率</a:t>
            </a:r>
          </a:p>
          <a:p>
            <a:pPr lvl="1"/>
            <a:r>
              <a:rPr lang="en-US" altLang="zh-TW" sz="1600" dirty="0">
                <a:latin typeface="+mj-ea"/>
                <a:ea typeface="+mj-ea"/>
              </a:rPr>
              <a:t>3M TAIBOR</a:t>
            </a:r>
            <a:r>
              <a:rPr lang="zh-TW" altLang="en-US" sz="1600" dirty="0">
                <a:latin typeface="+mj-ea"/>
                <a:ea typeface="+mj-ea"/>
              </a:rPr>
              <a:t>：</a:t>
            </a:r>
            <a:r>
              <a:rPr lang="en-US" altLang="zh-TW" sz="1600" dirty="0">
                <a:latin typeface="+mj-ea"/>
                <a:ea typeface="+mj-ea"/>
              </a:rPr>
              <a:t>1.678%</a:t>
            </a:r>
          </a:p>
          <a:p>
            <a:pPr lvl="1"/>
            <a:r>
              <a:rPr lang="en-US" altLang="zh-TW" sz="1600" dirty="0">
                <a:latin typeface="+mj-ea"/>
                <a:ea typeface="+mj-ea"/>
              </a:rPr>
              <a:t>6S</a:t>
            </a:r>
            <a:r>
              <a:rPr lang="zh-TW" altLang="en-US" sz="1600" dirty="0">
                <a:latin typeface="+mj-ea"/>
                <a:ea typeface="+mj-ea"/>
              </a:rPr>
              <a:t>：</a:t>
            </a:r>
            <a:r>
              <a:rPr lang="en-US" altLang="zh-TW" sz="1600" dirty="0">
                <a:latin typeface="+mj-ea"/>
                <a:ea typeface="+mj-ea"/>
              </a:rPr>
              <a:t>1.71%</a:t>
            </a:r>
          </a:p>
          <a:p>
            <a:pPr lvl="1"/>
            <a:r>
              <a:rPr lang="en-US" altLang="zh-TW" sz="1600" dirty="0">
                <a:latin typeface="+mj-ea"/>
                <a:ea typeface="+mj-ea"/>
              </a:rPr>
              <a:t>1Y</a:t>
            </a:r>
            <a:r>
              <a:rPr lang="zh-TW" altLang="en-US" sz="1600" dirty="0">
                <a:latin typeface="+mj-ea"/>
                <a:ea typeface="+mj-ea"/>
              </a:rPr>
              <a:t>：</a:t>
            </a:r>
            <a:r>
              <a:rPr lang="en-US" altLang="zh-TW" sz="1600" dirty="0">
                <a:latin typeface="+mj-ea"/>
                <a:ea typeface="+mj-ea"/>
              </a:rPr>
              <a:t>1.805%</a:t>
            </a:r>
          </a:p>
          <a:p>
            <a:pPr lvl="1"/>
            <a:r>
              <a:rPr lang="en-US" altLang="zh-TW" sz="1600" dirty="0">
                <a:latin typeface="+mj-ea"/>
                <a:ea typeface="+mj-ea"/>
              </a:rPr>
              <a:t>2Y</a:t>
            </a:r>
            <a:r>
              <a:rPr lang="zh-TW" altLang="en-US" sz="1600" dirty="0">
                <a:latin typeface="+mj-ea"/>
                <a:ea typeface="+mj-ea"/>
              </a:rPr>
              <a:t>：</a:t>
            </a:r>
            <a:r>
              <a:rPr lang="en-US" altLang="zh-TW" sz="1600" dirty="0">
                <a:latin typeface="+mj-ea"/>
                <a:ea typeface="+mj-ea"/>
              </a:rPr>
              <a:t>2.0%</a:t>
            </a:r>
          </a:p>
          <a:p>
            <a:pPr marL="457200" lvl="1" indent="0">
              <a:buNone/>
            </a:pPr>
            <a:r>
              <a:rPr lang="en-US" altLang="zh-TW" sz="1600" dirty="0">
                <a:latin typeface="+mj-ea"/>
                <a:ea typeface="+mj-ea"/>
              </a:rPr>
              <a:t>      </a:t>
            </a:r>
          </a:p>
          <a:p>
            <a:pPr lvl="1"/>
            <a:endParaRPr lang="en-US" altLang="zh-TW" sz="1600" dirty="0">
              <a:latin typeface="+mj-ea"/>
              <a:ea typeface="+mj-ea"/>
            </a:endParaRPr>
          </a:p>
          <a:p>
            <a:pPr lvl="1"/>
            <a:endParaRPr lang="en-US" altLang="zh-TW" sz="1600" dirty="0">
              <a:latin typeface="+mj-ea"/>
              <a:ea typeface="+mj-ea"/>
            </a:endParaRPr>
          </a:p>
          <a:p>
            <a:pPr marL="0" indent="0">
              <a:buNone/>
            </a:pPr>
            <a:endParaRPr lang="en-US" altLang="zh-TW" sz="1600" dirty="0">
              <a:latin typeface="+mj-ea"/>
              <a:ea typeface="+mj-ea"/>
            </a:endParaRPr>
          </a:p>
          <a:p>
            <a:endParaRPr lang="en-US" altLang="zh-TW" sz="2000" dirty="0"/>
          </a:p>
          <a:p>
            <a:endParaRPr lang="zh-TW" altLang="en-US" sz="2000" dirty="0"/>
          </a:p>
        </p:txBody>
      </p:sp>
      <p:graphicFrame>
        <p:nvGraphicFramePr>
          <p:cNvPr id="6" name="圖表 5"/>
          <p:cNvGraphicFramePr/>
          <p:nvPr>
            <p:extLst>
              <p:ext uri="{D42A27DB-BD31-4B8C-83A1-F6EECF244321}">
                <p14:modId xmlns:p14="http://schemas.microsoft.com/office/powerpoint/2010/main" val="2567177249"/>
              </p:ext>
            </p:extLst>
          </p:nvPr>
        </p:nvGraphicFramePr>
        <p:xfrm>
          <a:off x="3582035" y="3444240"/>
          <a:ext cx="5307965" cy="336169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3_自訂設計">
  <a:themeElements>
    <a:clrScheme name="3_自訂設計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3_自訂設計">
      <a:majorFont>
        <a:latin typeface="標楷體"/>
        <a:ea typeface="標楷體"/>
        <a:cs typeface=""/>
      </a:majorFont>
      <a:minorFont>
        <a:latin typeface="Arial"/>
        <a:ea typeface="標楷體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3_自訂設計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3_自訂設計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3_自訂設計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3_自訂設計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3_自訂設計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3_自訂設計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3_自訂設計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3_自訂設計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3_自訂設計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3_自訂設計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3_自訂設計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3_自訂設計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4_自訂設計">
  <a:themeElements>
    <a:clrScheme name="3_自訂設計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3_自訂設計">
      <a:majorFont>
        <a:latin typeface="標楷體"/>
        <a:ea typeface="標楷體"/>
        <a:cs typeface=""/>
      </a:majorFont>
      <a:minorFont>
        <a:latin typeface="Arial"/>
        <a:ea typeface="標楷體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3_自訂設計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3_自訂設計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3_自訂設計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3_自訂設計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3_自訂設計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3_自訂設計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3_自訂設計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3_自訂設計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3_自訂設計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3_自訂設計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3_自訂設計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3_自訂設計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自訂設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6_自訂設計">
  <a:themeElements>
    <a:clrScheme name="3_自訂設計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3_自訂設計">
      <a:majorFont>
        <a:latin typeface="標楷體"/>
        <a:ea typeface="標楷體"/>
        <a:cs typeface=""/>
      </a:majorFont>
      <a:minorFont>
        <a:latin typeface="Arial"/>
        <a:ea typeface="標楷體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3_自訂設計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3_自訂設計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3_自訂設計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3_自訂設計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3_自訂設計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3_自訂設計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3_自訂設計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3_自訂設計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3_自訂設計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3_自訂設計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3_自訂設計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3_自訂設計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5.xml><?xml version="1.0" encoding="utf-8"?>
<a:theme xmlns:a="http://schemas.openxmlformats.org/drawingml/2006/main" name="1_自訂設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6.xml><?xml version="1.0" encoding="utf-8"?>
<a:theme xmlns:a="http://schemas.openxmlformats.org/drawingml/2006/main" name="7_自訂設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Arial">
      <a:maj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txDef>
      <a:spPr>
        <a:noFill/>
      </a:spPr>
      <a:bodyPr wrap="square" rtlCol="0">
        <a:spAutoFit/>
      </a:bodyPr>
      <a:lstStyle>
        <a:defPPr>
          <a:defRPr dirty="0" smtClean="0">
            <a:latin typeface="+mn-lt"/>
            <a:ea typeface="+mn-ea"/>
          </a:defRPr>
        </a:defPPr>
      </a:lstStyle>
    </a:txDef>
  </a:objectDefaults>
  <a:extraClrSchemeLst>
    <a:extraClrScheme>
      <a:clrScheme name="3_自訂設計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3_自訂設計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3_自訂設計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3_自訂設計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3_自訂設計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3_自訂設計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3_自訂設計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3_自訂設計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3_自訂設計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3_自訂設計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3_自訂設計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3_自訂設計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7.xml><?xml version="1.0" encoding="utf-8"?>
<a:theme xmlns:a="http://schemas.openxmlformats.org/drawingml/2006/main" name="5_自訂設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公正">
      <a:majorFont>
        <a:latin typeface="Franklin Gothic Book"/>
        <a:ea typeface=""/>
        <a:cs typeface=""/>
        <a:font script="Grek" typeface="Calibri"/>
        <a:font script="Cyrl" typeface="Calibri"/>
        <a:font script="Jpan" typeface="HGｺﾞｼｯｸM"/>
        <a:font script="Hang" typeface="바탕"/>
        <a:font script="Hans" typeface="幼圆"/>
        <a:font script="Hant" typeface="微軟正黑體"/>
        <a:font script="Arab" typeface="Tahoma"/>
        <a:font script="Hebr" typeface="Aharoni"/>
        <a:font script="Thai" typeface="Lily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Perpetua"/>
        <a:ea typeface=""/>
        <a:cs typeface=""/>
        <a:font script="Grek" typeface="Cambria"/>
        <a:font script="Cyrl" typeface="Cambria"/>
        <a:font script="Jpan" typeface="HG創英ﾌﾟﾚｾﾞﾝｽEB"/>
        <a:font script="Hang" typeface="맑은 고딕"/>
        <a:font script="Hans" typeface="宋体"/>
        <a:font script="Hant" typeface="新細明體"/>
        <a:font script="Arab" typeface="Times New Roman"/>
        <a:font script="Hebr" typeface="Aharoni"/>
        <a:font script="Thai" typeface="EucrosiaUPC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triangle" w="med" len="med"/>
        </a:ln>
      </a:spPr>
      <a:bodyPr vert="horz" wrap="none" lIns="91440" tIns="45720" rIns="91440" bIns="45720" numCol="1" anchor="ctr" anchorCtr="0" compatLnSpc="1"/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50000"/>
          </a:spcBef>
          <a:spcAft>
            <a:spcPct val="0"/>
          </a:spcAft>
          <a:buClrTx/>
          <a:buSzTx/>
          <a:buFontTx/>
          <a:buNone/>
          <a:defRPr kumimoji="1" lang="zh-TW" altLang="en-US" sz="20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標楷體" panose="03000509000000000000" pitchFamily="65" charset="-12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triangle" w="med" len="med"/>
        </a:ln>
      </a:spPr>
      <a:bodyPr vert="horz" wrap="none" lIns="91440" tIns="45720" rIns="91440" bIns="45720" numCol="1" anchor="ctr" anchorCtr="0" compatLnSpc="1"/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50000"/>
          </a:spcBef>
          <a:spcAft>
            <a:spcPct val="0"/>
          </a:spcAft>
          <a:buClrTx/>
          <a:buSzTx/>
          <a:buFontTx/>
          <a:buNone/>
          <a:defRPr kumimoji="1" lang="zh-TW" altLang="en-US" sz="20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標楷體" panose="03000509000000000000" pitchFamily="65" charset="-120"/>
          </a:defRPr>
        </a:defPPr>
      </a:lstStyle>
    </a:lnDef>
    <a:txDef>
      <a:spPr bwMode="auto">
        <a:noFill/>
        <a:ln>
          <a:noFill/>
        </a:ln>
      </a:spPr>
      <a:bodyPr>
        <a:spAutoFit/>
      </a:bodyPr>
      <a:lstStyle>
        <a:defPPr algn="l" eaLnBrk="1" hangingPunct="1">
          <a:defRPr sz="1600" dirty="0"/>
        </a:defPPr>
      </a:lstStyle>
    </a:txDef>
  </a:objectDefaults>
  <a:extraClrSchemeLst>
    <a:extraClrScheme>
      <a:clrScheme name="3_自訂設計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3_自訂設計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3_自訂設計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3_自訂設計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3_自訂設計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3_自訂設計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3_自訂設計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3_自訂設計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3_自訂設計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3_自訂設計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3_自訂設計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3_自訂設計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8.xml><?xml version="1.0" encoding="utf-8"?>
<a:theme xmlns:a="http://schemas.openxmlformats.org/drawingml/2006/main" name="8_自訂設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Arial">
      <a:maj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txDef>
      <a:spPr>
        <a:noFill/>
      </a:spPr>
      <a:bodyPr wrap="square" rtlCol="0">
        <a:spAutoFit/>
      </a:bodyPr>
      <a:lstStyle>
        <a:defPPr>
          <a:defRPr dirty="0" smtClean="0">
            <a:latin typeface="+mn-lt"/>
            <a:ea typeface="+mn-ea"/>
          </a:defRPr>
        </a:defPPr>
      </a:lstStyle>
    </a:txDef>
  </a:objectDefaults>
  <a:extraClrSchemeLst>
    <a:extraClrScheme>
      <a:clrScheme name="3_自訂設計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3_自訂設計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3_自訂設計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3_自訂設計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3_自訂設計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3_自訂設計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3_自訂設計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3_自訂設計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3_自訂設計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3_自訂設計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3_自訂設計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3_自訂設計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9.xml><?xml version="1.0" encoding="utf-8"?>
<a:theme xmlns:a="http://schemas.openxmlformats.org/drawingml/2006/main" name="9_自訂設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Arial">
      <a:maj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txDef>
      <a:spPr>
        <a:noFill/>
      </a:spPr>
      <a:bodyPr wrap="square" rtlCol="0">
        <a:spAutoFit/>
      </a:bodyPr>
      <a:lstStyle>
        <a:defPPr>
          <a:defRPr dirty="0" smtClean="0">
            <a:latin typeface="+mn-lt"/>
            <a:ea typeface="+mn-ea"/>
          </a:defRPr>
        </a:defPPr>
      </a:lstStyle>
    </a:txDef>
  </a:objectDefaults>
  <a:extraClrSchemeLst>
    <a:extraClrScheme>
      <a:clrScheme name="3_自訂設計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3_自訂設計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3_自訂設計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3_自訂設計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3_自訂設計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3_自訂設計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3_自訂設計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3_自訂設計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3_自訂設計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3_自訂設計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3_自訂設計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3_自訂設計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0.xml><?xml version="1.0" encoding="utf-8"?>
<a:theme xmlns:a="http://schemas.openxmlformats.org/drawingml/2006/main" name="10_自訂設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Arial">
      <a:maj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txDef>
      <a:spPr>
        <a:noFill/>
      </a:spPr>
      <a:bodyPr wrap="square" rtlCol="0">
        <a:spAutoFit/>
      </a:bodyPr>
      <a:lstStyle>
        <a:defPPr>
          <a:defRPr dirty="0" smtClean="0">
            <a:latin typeface="+mn-lt"/>
            <a:ea typeface="+mn-ea"/>
          </a:defRPr>
        </a:defPPr>
      </a:lstStyle>
    </a:txDef>
  </a:objectDefaults>
  <a:extraClrSchemeLst>
    <a:extraClrScheme>
      <a:clrScheme name="3_自訂設計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3_自訂設計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3_自訂設計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3_自訂設計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3_自訂設計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3_自訂設計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3_自訂設計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3_自訂設計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3_自訂設計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3_自訂設計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3_自訂設計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3_自訂設計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1.xml><?xml version="1.0" encoding="utf-8"?>
<a:theme xmlns:a="http://schemas.openxmlformats.org/drawingml/2006/main" name="11_自訂設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Arial">
      <a:maj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txDef>
      <a:spPr>
        <a:noFill/>
      </a:spPr>
      <a:bodyPr wrap="square" rtlCol="0">
        <a:spAutoFit/>
      </a:bodyPr>
      <a:lstStyle>
        <a:defPPr>
          <a:defRPr dirty="0" smtClean="0">
            <a:latin typeface="+mn-lt"/>
            <a:ea typeface="+mn-ea"/>
          </a:defRPr>
        </a:defPPr>
      </a:lstStyle>
    </a:txDef>
  </a:objectDefaults>
  <a:extraClrSchemeLst>
    <a:extraClrScheme>
      <a:clrScheme name="3_自訂設計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3_自訂設計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3_自訂設計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3_自訂設計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3_自訂設計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3_自訂設計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3_自訂設計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3_自訂設計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3_自訂設計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3_自訂設計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3_自訂設計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3_自訂設計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2.xml><?xml version="1.0" encoding="utf-8"?>
<a:theme xmlns:a="http://schemas.openxmlformats.org/drawingml/2006/main" name="Office 佈景主題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3.xml><?xml version="1.0" encoding="utf-8"?>
<a:theme xmlns:a="http://schemas.openxmlformats.org/drawingml/2006/main" name="Office 佈景主題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35</TotalTime>
  <Words>109</Words>
  <Application>Microsoft Office PowerPoint</Application>
  <PresentationFormat>如螢幕大小 (4:3)</PresentationFormat>
  <Paragraphs>23</Paragraphs>
  <Slides>1</Slides>
  <Notes>0</Notes>
  <HiddenSlides>0</HiddenSlides>
  <MMClips>0</MMClips>
  <ScaleCrop>false</ScaleCrop>
  <HeadingPairs>
    <vt:vector size="6" baseType="variant">
      <vt:variant>
        <vt:lpstr>使用字型</vt:lpstr>
      </vt:variant>
      <vt:variant>
        <vt:i4>5</vt:i4>
      </vt:variant>
      <vt:variant>
        <vt:lpstr>佈景主題</vt:lpstr>
      </vt:variant>
      <vt:variant>
        <vt:i4>11</vt:i4>
      </vt:variant>
      <vt:variant>
        <vt:lpstr>投影片標題</vt:lpstr>
      </vt:variant>
      <vt:variant>
        <vt:i4>1</vt:i4>
      </vt:variant>
    </vt:vector>
  </HeadingPairs>
  <TitlesOfParts>
    <vt:vector size="17" baseType="lpstr">
      <vt:lpstr>微軟正黑體</vt:lpstr>
      <vt:lpstr>標楷體</vt:lpstr>
      <vt:lpstr>Arial</vt:lpstr>
      <vt:lpstr>Calibri</vt:lpstr>
      <vt:lpstr>Wingdings</vt:lpstr>
      <vt:lpstr>3_自訂設計</vt:lpstr>
      <vt:lpstr>4_自訂設計</vt:lpstr>
      <vt:lpstr>自訂設計</vt:lpstr>
      <vt:lpstr>6_自訂設計</vt:lpstr>
      <vt:lpstr>1_自訂設計</vt:lpstr>
      <vt:lpstr>7_自訂設計</vt:lpstr>
      <vt:lpstr>5_自訂設計</vt:lpstr>
      <vt:lpstr>8_自訂設計</vt:lpstr>
      <vt:lpstr>9_自訂設計</vt:lpstr>
      <vt:lpstr>10_自訂設計</vt:lpstr>
      <vt:lpstr>11_自訂設計</vt:lpstr>
      <vt:lpstr>交易策略：TWD IRS pay 6s, rec 2y</vt:lpstr>
    </vt:vector>
  </TitlesOfParts>
  <Company>tsb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投影片 1</dc:title>
  <dc:creator>870705</dc:creator>
  <cp:lastModifiedBy>王信閎</cp:lastModifiedBy>
  <cp:revision>6176</cp:revision>
  <cp:lastPrinted>2025-07-21T05:27:00Z</cp:lastPrinted>
  <dcterms:created xsi:type="dcterms:W3CDTF">2004-04-09T03:27:00Z</dcterms:created>
  <dcterms:modified xsi:type="dcterms:W3CDTF">2026-04-30T09:50:31Z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1028-10.8.0.6003</vt:lpwstr>
  </property>
</Properties>
</file>